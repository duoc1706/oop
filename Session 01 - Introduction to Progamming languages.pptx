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1"/>
  </p:sldMasterIdLst>
  <p:notesMasterIdLst>
    <p:notesMasterId r:id="rId39"/>
  </p:notesMasterIdLst>
  <p:sldIdLst>
    <p:sldId id="282" r:id="rId2"/>
    <p:sldId id="285" r:id="rId3"/>
    <p:sldId id="286" r:id="rId4"/>
    <p:sldId id="313" r:id="rId5"/>
    <p:sldId id="287" r:id="rId6"/>
    <p:sldId id="314" r:id="rId7"/>
    <p:sldId id="315" r:id="rId8"/>
    <p:sldId id="317" r:id="rId9"/>
    <p:sldId id="316" r:id="rId10"/>
    <p:sldId id="318" r:id="rId11"/>
    <p:sldId id="288" r:id="rId12"/>
    <p:sldId id="295" r:id="rId13"/>
    <p:sldId id="289" r:id="rId14"/>
    <p:sldId id="296" r:id="rId15"/>
    <p:sldId id="297" r:id="rId16"/>
    <p:sldId id="290" r:id="rId17"/>
    <p:sldId id="291" r:id="rId18"/>
    <p:sldId id="292" r:id="rId19"/>
    <p:sldId id="293" r:id="rId20"/>
    <p:sldId id="298" r:id="rId21"/>
    <p:sldId id="299" r:id="rId22"/>
    <p:sldId id="300" r:id="rId23"/>
    <p:sldId id="301" r:id="rId24"/>
    <p:sldId id="302" r:id="rId25"/>
    <p:sldId id="303" r:id="rId26"/>
    <p:sldId id="304" r:id="rId27"/>
    <p:sldId id="305" r:id="rId28"/>
    <p:sldId id="306" r:id="rId29"/>
    <p:sldId id="307" r:id="rId30"/>
    <p:sldId id="308" r:id="rId31"/>
    <p:sldId id="309" r:id="rId32"/>
    <p:sldId id="312" r:id="rId33"/>
    <p:sldId id="319" r:id="rId34"/>
    <p:sldId id="310" r:id="rId35"/>
    <p:sldId id="311" r:id="rId36"/>
    <p:sldId id="294" r:id="rId37"/>
    <p:sldId id="26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E5DA"/>
    <a:srgbClr val="244478"/>
    <a:srgbClr val="2B62B9"/>
    <a:srgbClr val="EF5452"/>
    <a:srgbClr val="F8C528"/>
    <a:srgbClr val="C09A24"/>
    <a:srgbClr val="068A85"/>
    <a:srgbClr val="99C27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61"/>
    <p:restoredTop sz="81076" autoAdjust="0"/>
  </p:normalViewPr>
  <p:slideViewPr>
    <p:cSldViewPr snapToGrid="0" snapToObjects="1">
      <p:cViewPr varScale="1">
        <p:scale>
          <a:sx n="58" d="100"/>
          <a:sy n="58" d="100"/>
        </p:scale>
        <p:origin x="1206" y="72"/>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A212B4-8D79-404E-A959-99B0823BA490}" type="doc">
      <dgm:prSet loTypeId="urn:microsoft.com/office/officeart/2005/8/layout/chevron2" loCatId="list" qsTypeId="urn:microsoft.com/office/officeart/2005/8/quickstyle/simple1" qsCatId="simple" csTypeId="urn:microsoft.com/office/officeart/2005/8/colors/colorful5" csCatId="colorful" phldr="1"/>
      <dgm:spPr/>
      <dgm:t>
        <a:bodyPr/>
        <a:lstStyle/>
        <a:p>
          <a:endParaRPr lang="en-US"/>
        </a:p>
      </dgm:t>
    </dgm:pt>
    <dgm:pt modelId="{9D14A89F-0A9A-4C62-A099-F7270135CDDA}">
      <dgm:prSet phldrT="[Text]" custT="1"/>
      <dgm:spPr/>
      <dgm:t>
        <a:bodyPr/>
        <a:lstStyle/>
        <a:p>
          <a:pPr>
            <a:lnSpc>
              <a:spcPct val="100000"/>
            </a:lnSpc>
            <a:spcAft>
              <a:spcPts val="0"/>
            </a:spcAft>
          </a:pPr>
          <a:r>
            <a:rPr lang="en-US" sz="1400" b="1" dirty="0">
              <a:effectLst>
                <a:outerShdw blurRad="38100" dist="38100" dir="2700000" algn="tl">
                  <a:srgbClr val="000000">
                    <a:alpha val="43137"/>
                  </a:srgbClr>
                </a:outerShdw>
              </a:effectLst>
            </a:rPr>
            <a:t>1996 </a:t>
          </a:r>
        </a:p>
        <a:p>
          <a:pPr>
            <a:lnSpc>
              <a:spcPct val="100000"/>
            </a:lnSpc>
            <a:spcAft>
              <a:spcPts val="0"/>
            </a:spcAft>
          </a:pPr>
          <a:r>
            <a:rPr lang="en-US" sz="1400" b="1" dirty="0" err="1">
              <a:effectLst>
                <a:outerShdw blurRad="38100" dist="38100" dir="2700000" algn="tl">
                  <a:srgbClr val="000000">
                    <a:alpha val="43137"/>
                  </a:srgbClr>
                </a:outerShdw>
              </a:effectLst>
            </a:rPr>
            <a:t>JDK</a:t>
          </a:r>
          <a:r>
            <a:rPr lang="en-US" sz="1400" b="1" dirty="0">
              <a:effectLst>
                <a:outerShdw blurRad="38100" dist="38100" dir="2700000" algn="tl">
                  <a:srgbClr val="000000">
                    <a:alpha val="43137"/>
                  </a:srgbClr>
                </a:outerShdw>
              </a:effectLst>
            </a:rPr>
            <a:t> 1.0</a:t>
          </a:r>
        </a:p>
      </dgm:t>
    </dgm:pt>
    <dgm:pt modelId="{EFE02213-36A8-4848-82FF-4C950F27BE94}" type="parTrans" cxnId="{E2FDA9AB-C666-4A91-8127-C1CE631BFE59}">
      <dgm:prSet/>
      <dgm:spPr/>
      <dgm:t>
        <a:bodyPr/>
        <a:lstStyle/>
        <a:p>
          <a:endParaRPr lang="en-US"/>
        </a:p>
      </dgm:t>
    </dgm:pt>
    <dgm:pt modelId="{6253F33D-7D2E-4505-AD0A-2224F6941BB3}" type="sibTrans" cxnId="{E2FDA9AB-C666-4A91-8127-C1CE631BFE59}">
      <dgm:prSet/>
      <dgm:spPr/>
      <dgm:t>
        <a:bodyPr/>
        <a:lstStyle/>
        <a:p>
          <a:endParaRPr lang="en-US"/>
        </a:p>
      </dgm:t>
    </dgm:pt>
    <dgm:pt modelId="{BEDAA50C-5C8E-4F9B-BE05-A0EAFF9C960A}">
      <dgm:prSet phldrT="[Text]" custT="1"/>
      <dgm:spPr/>
      <dgm:t>
        <a:bodyPr/>
        <a:lstStyle/>
        <a:p>
          <a:pPr>
            <a:lnSpc>
              <a:spcPct val="100000"/>
            </a:lnSpc>
            <a:spcAft>
              <a:spcPts val="0"/>
            </a:spcAft>
          </a:pPr>
          <a:r>
            <a:rPr lang="en-US" sz="1400" b="1" dirty="0">
              <a:effectLst>
                <a:outerShdw blurRad="38100" dist="38100" dir="2700000" algn="tl">
                  <a:srgbClr val="000000">
                    <a:alpha val="43137"/>
                  </a:srgbClr>
                </a:outerShdw>
              </a:effectLst>
            </a:rPr>
            <a:t>1998</a:t>
          </a:r>
        </a:p>
        <a:p>
          <a:pPr>
            <a:lnSpc>
              <a:spcPct val="100000"/>
            </a:lnSpc>
            <a:spcAft>
              <a:spcPts val="0"/>
            </a:spcAft>
          </a:pPr>
          <a:r>
            <a:rPr lang="en-US" sz="1400" b="1" dirty="0" err="1">
              <a:effectLst>
                <a:outerShdw blurRad="38100" dist="38100" dir="2700000" algn="tl">
                  <a:srgbClr val="000000">
                    <a:alpha val="43137"/>
                  </a:srgbClr>
                </a:outerShdw>
              </a:effectLst>
            </a:rPr>
            <a:t>J2SE</a:t>
          </a:r>
          <a:r>
            <a:rPr lang="en-US" sz="1400" b="1" dirty="0">
              <a:effectLst>
                <a:outerShdw blurRad="38100" dist="38100" dir="2700000" algn="tl">
                  <a:srgbClr val="000000">
                    <a:alpha val="43137"/>
                  </a:srgbClr>
                </a:outerShdw>
              </a:effectLst>
            </a:rPr>
            <a:t> 1.2</a:t>
          </a:r>
        </a:p>
      </dgm:t>
    </dgm:pt>
    <dgm:pt modelId="{009E0B50-6A4F-43CB-8090-46EC524689CA}" type="parTrans" cxnId="{49E6B24A-D0DA-4DE7-BB49-866FF6C50647}">
      <dgm:prSet/>
      <dgm:spPr/>
      <dgm:t>
        <a:bodyPr/>
        <a:lstStyle/>
        <a:p>
          <a:endParaRPr lang="en-US"/>
        </a:p>
      </dgm:t>
    </dgm:pt>
    <dgm:pt modelId="{1CC4308C-9857-482F-9948-9231C7CF7B83}" type="sibTrans" cxnId="{49E6B24A-D0DA-4DE7-BB49-866FF6C50647}">
      <dgm:prSet/>
      <dgm:spPr/>
      <dgm:t>
        <a:bodyPr/>
        <a:lstStyle/>
        <a:p>
          <a:endParaRPr lang="en-US"/>
        </a:p>
      </dgm:t>
    </dgm:pt>
    <dgm:pt modelId="{97E3CE9A-AB9B-45AC-B6AF-9686B61C0571}">
      <dgm:prSet phldrT="[Text]" custT="1"/>
      <dgm:spPr/>
      <dgm:t>
        <a:bodyPr/>
        <a:lstStyle/>
        <a:p>
          <a:pPr>
            <a:lnSpc>
              <a:spcPct val="100000"/>
            </a:lnSpc>
            <a:spcAft>
              <a:spcPts val="0"/>
            </a:spcAft>
          </a:pPr>
          <a:r>
            <a:rPr lang="en-US" sz="1400" b="1" dirty="0">
              <a:effectLst>
                <a:outerShdw blurRad="38100" dist="38100" dir="2700000" algn="tl">
                  <a:srgbClr val="000000">
                    <a:alpha val="43137"/>
                  </a:srgbClr>
                </a:outerShdw>
              </a:effectLst>
            </a:rPr>
            <a:t>2000</a:t>
          </a:r>
        </a:p>
        <a:p>
          <a:pPr>
            <a:lnSpc>
              <a:spcPct val="100000"/>
            </a:lnSpc>
            <a:spcAft>
              <a:spcPts val="0"/>
            </a:spcAft>
          </a:pPr>
          <a:r>
            <a:rPr lang="en-US" sz="1400" b="1" dirty="0" err="1">
              <a:effectLst>
                <a:outerShdw blurRad="38100" dist="38100" dir="2700000" algn="tl">
                  <a:srgbClr val="000000">
                    <a:alpha val="43137"/>
                  </a:srgbClr>
                </a:outerShdw>
              </a:effectLst>
            </a:rPr>
            <a:t>J2SE</a:t>
          </a:r>
          <a:r>
            <a:rPr lang="en-US" sz="1400" b="1" dirty="0">
              <a:effectLst>
                <a:outerShdw blurRad="38100" dist="38100" dir="2700000" algn="tl">
                  <a:srgbClr val="000000">
                    <a:alpha val="43137"/>
                  </a:srgbClr>
                </a:outerShdw>
              </a:effectLst>
            </a:rPr>
            <a:t> 1.3</a:t>
          </a:r>
        </a:p>
      </dgm:t>
    </dgm:pt>
    <dgm:pt modelId="{179206BE-D355-428F-A4B5-A5B761AF1F25}" type="parTrans" cxnId="{31AE5706-C291-478C-BD2F-7AAB0F156723}">
      <dgm:prSet/>
      <dgm:spPr/>
      <dgm:t>
        <a:bodyPr/>
        <a:lstStyle/>
        <a:p>
          <a:endParaRPr lang="en-US"/>
        </a:p>
      </dgm:t>
    </dgm:pt>
    <dgm:pt modelId="{5DB2FADD-58AE-49A6-A679-C2993CDA6107}" type="sibTrans" cxnId="{31AE5706-C291-478C-BD2F-7AAB0F156723}">
      <dgm:prSet/>
      <dgm:spPr/>
      <dgm:t>
        <a:bodyPr/>
        <a:lstStyle/>
        <a:p>
          <a:endParaRPr lang="en-US"/>
        </a:p>
      </dgm:t>
    </dgm:pt>
    <dgm:pt modelId="{7C1AB8EF-1FD0-4BB7-AF04-5056F32F4FE3}">
      <dgm:prSet phldrT="[Text]" custT="1"/>
      <dgm:spPr/>
      <dgm:t>
        <a:bodyPr/>
        <a:lstStyle/>
        <a:p>
          <a:r>
            <a:rPr lang="en-US" sz="1800" dirty="0"/>
            <a:t>Was given a codename “KESTREL” and was released on 8</a:t>
          </a:r>
          <a:r>
            <a:rPr lang="en-US" sz="1800" baseline="30000" dirty="0"/>
            <a:t>th</a:t>
          </a:r>
          <a:r>
            <a:rPr lang="en-US" sz="1800" dirty="0"/>
            <a:t> May, 2000</a:t>
          </a:r>
        </a:p>
      </dgm:t>
    </dgm:pt>
    <dgm:pt modelId="{CED3790E-E8A9-43BB-B5B6-187C19B8F823}" type="parTrans" cxnId="{74FE7808-0494-4C73-8A53-640367ACCE08}">
      <dgm:prSet/>
      <dgm:spPr/>
      <dgm:t>
        <a:bodyPr/>
        <a:lstStyle/>
        <a:p>
          <a:endParaRPr lang="en-US"/>
        </a:p>
      </dgm:t>
    </dgm:pt>
    <dgm:pt modelId="{99F1BEF5-596B-436F-AFC4-4790E9BDF9E5}" type="sibTrans" cxnId="{74FE7808-0494-4C73-8A53-640367ACCE08}">
      <dgm:prSet/>
      <dgm:spPr/>
      <dgm:t>
        <a:bodyPr/>
        <a:lstStyle/>
        <a:p>
          <a:endParaRPr lang="en-US"/>
        </a:p>
      </dgm:t>
    </dgm:pt>
    <dgm:pt modelId="{6E01B414-2B55-45CF-9E50-EBB411D7DA9D}">
      <dgm:prSet phldrT="[Text]" custT="1"/>
      <dgm:spPr/>
      <dgm:t>
        <a:bodyPr/>
        <a:lstStyle/>
        <a:p>
          <a:r>
            <a:rPr lang="en-US" sz="1800" dirty="0" err="1"/>
            <a:t>JDK</a:t>
          </a:r>
          <a:r>
            <a:rPr lang="en-US" sz="1800" dirty="0"/>
            <a:t> 1.0 very first version was released on Jan 23, 1996</a:t>
          </a:r>
        </a:p>
      </dgm:t>
    </dgm:pt>
    <dgm:pt modelId="{37658FA8-D52F-45D5-AD62-09AA546EC051}" type="parTrans" cxnId="{B32672FB-C7D7-4F70-8275-1F499870E0F2}">
      <dgm:prSet/>
      <dgm:spPr/>
      <dgm:t>
        <a:bodyPr/>
        <a:lstStyle/>
        <a:p>
          <a:endParaRPr lang="en-US"/>
        </a:p>
      </dgm:t>
    </dgm:pt>
    <dgm:pt modelId="{EF453A60-C34D-413C-B600-55CBC35C6F25}" type="sibTrans" cxnId="{B32672FB-C7D7-4F70-8275-1F499870E0F2}">
      <dgm:prSet/>
      <dgm:spPr/>
      <dgm:t>
        <a:bodyPr/>
        <a:lstStyle/>
        <a:p>
          <a:endParaRPr lang="en-US"/>
        </a:p>
      </dgm:t>
    </dgm:pt>
    <dgm:pt modelId="{F5FEC065-DB8B-4E39-9F2D-69B35D1FED2D}">
      <dgm:prSet phldrT="[Text]" custT="1"/>
      <dgm:spPr/>
      <dgm:t>
        <a:bodyPr/>
        <a:lstStyle/>
        <a:p>
          <a:r>
            <a:rPr lang="en-US" sz="1800" dirty="0"/>
            <a:t>The principal stable variant, </a:t>
          </a:r>
          <a:r>
            <a:rPr lang="en-US" sz="1800" dirty="0" err="1"/>
            <a:t>JDK</a:t>
          </a:r>
          <a:r>
            <a:rPr lang="en-US" sz="1800" dirty="0"/>
            <a:t> 1.02, is called  Java 1. </a:t>
          </a:r>
          <a:r>
            <a:rPr lang="en-US" sz="1800" dirty="0" err="1"/>
            <a:t>JDK</a:t>
          </a:r>
          <a:r>
            <a:rPr lang="en-US" sz="1800" dirty="0"/>
            <a:t> 1.1 was released on Jan 23, 1997</a:t>
          </a:r>
        </a:p>
      </dgm:t>
    </dgm:pt>
    <dgm:pt modelId="{68698FE3-EB1C-4E35-9C3C-645C46C20838}" type="parTrans" cxnId="{44C1E55D-751F-4C79-8509-11A771F215D0}">
      <dgm:prSet/>
      <dgm:spPr/>
      <dgm:t>
        <a:bodyPr/>
        <a:lstStyle/>
        <a:p>
          <a:endParaRPr lang="en-US"/>
        </a:p>
      </dgm:t>
    </dgm:pt>
    <dgm:pt modelId="{FC33AE7E-38AF-49A5-BAC5-25FAAC5D9BC1}" type="sibTrans" cxnId="{44C1E55D-751F-4C79-8509-11A771F215D0}">
      <dgm:prSet/>
      <dgm:spPr/>
      <dgm:t>
        <a:bodyPr/>
        <a:lstStyle/>
        <a:p>
          <a:endParaRPr lang="en-US"/>
        </a:p>
      </dgm:t>
    </dgm:pt>
    <dgm:pt modelId="{4243077B-4BE0-4A85-AB64-D84B2FAB28B5}">
      <dgm:prSet phldrT="[Text]" custT="1"/>
      <dgm:spPr/>
      <dgm:t>
        <a:bodyPr/>
        <a:lstStyle/>
        <a:p>
          <a:r>
            <a:rPr lang="en-US" sz="1800" dirty="0"/>
            <a:t>“Play area” was the codename which was given  to this form and was released on 8</a:t>
          </a:r>
          <a:r>
            <a:rPr lang="en-US" sz="1800" baseline="30000" dirty="0"/>
            <a:t>th</a:t>
          </a:r>
          <a:r>
            <a:rPr lang="en-US" sz="1800" dirty="0"/>
            <a:t> Dec, 1998.</a:t>
          </a:r>
        </a:p>
      </dgm:t>
    </dgm:pt>
    <dgm:pt modelId="{88F08091-77E6-4958-98E4-D1BC5CA39143}" type="parTrans" cxnId="{36FE610A-56E5-4761-8C48-27467E4EFDE6}">
      <dgm:prSet/>
      <dgm:spPr/>
      <dgm:t>
        <a:bodyPr/>
        <a:lstStyle/>
        <a:p>
          <a:endParaRPr lang="en-US"/>
        </a:p>
      </dgm:t>
    </dgm:pt>
    <dgm:pt modelId="{2AC91FC4-F4E3-496F-BBBA-AAA98EACB4A9}" type="sibTrans" cxnId="{36FE610A-56E5-4761-8C48-27467E4EFDE6}">
      <dgm:prSet/>
      <dgm:spPr/>
      <dgm:t>
        <a:bodyPr/>
        <a:lstStyle/>
        <a:p>
          <a:endParaRPr lang="en-US"/>
        </a:p>
      </dgm:t>
    </dgm:pt>
    <dgm:pt modelId="{0F757635-273B-459D-9A81-75DB7ACAA715}">
      <dgm:prSet phldrT="[Text]" custT="1"/>
      <dgm:spPr/>
      <dgm:t>
        <a:bodyPr/>
        <a:lstStyle/>
        <a:p>
          <a:r>
            <a:rPr lang="en-US" sz="1800" dirty="0"/>
            <a:t>It real expansion included: </a:t>
          </a:r>
          <a:r>
            <a:rPr lang="en-US" sz="1800" dirty="0" err="1"/>
            <a:t>strictfp</a:t>
          </a:r>
          <a:r>
            <a:rPr lang="en-US" sz="1800" dirty="0"/>
            <a:t> keyword, the Swing graphical API</a:t>
          </a:r>
        </a:p>
      </dgm:t>
    </dgm:pt>
    <dgm:pt modelId="{134E59E6-FF78-4943-AE05-0F06E32D6F6C}" type="parTrans" cxnId="{2562840C-36EF-4CD8-B214-D67D6DA80240}">
      <dgm:prSet/>
      <dgm:spPr/>
      <dgm:t>
        <a:bodyPr/>
        <a:lstStyle/>
        <a:p>
          <a:endParaRPr lang="en-US"/>
        </a:p>
      </dgm:t>
    </dgm:pt>
    <dgm:pt modelId="{51AECBCB-6790-42B9-8DC2-F677A33E7920}" type="sibTrans" cxnId="{2562840C-36EF-4CD8-B214-D67D6DA80240}">
      <dgm:prSet/>
      <dgm:spPr/>
      <dgm:t>
        <a:bodyPr/>
        <a:lstStyle/>
        <a:p>
          <a:endParaRPr lang="en-US"/>
        </a:p>
      </dgm:t>
    </dgm:pt>
    <dgm:pt modelId="{AFA9ECED-8A84-4F23-8A0B-2E0ECC37EBB0}">
      <dgm:prSet phldrT="[Text]" custT="1"/>
      <dgm:spPr/>
      <dgm:t>
        <a:bodyPr/>
        <a:lstStyle/>
        <a:p>
          <a:r>
            <a:rPr lang="en-US" sz="1800" dirty="0"/>
            <a:t>Contains addition like </a:t>
          </a:r>
          <a:r>
            <a:rPr lang="en-US" sz="1800" dirty="0" err="1"/>
            <a:t>HotSpot</a:t>
          </a:r>
          <a:r>
            <a:rPr lang="en-US" sz="1800" dirty="0"/>
            <a:t>, </a:t>
          </a:r>
          <a:r>
            <a:rPr lang="en-US" sz="1800" dirty="0" err="1"/>
            <a:t>JMV</a:t>
          </a:r>
          <a:r>
            <a:rPr lang="en-US" sz="1800" dirty="0"/>
            <a:t> included, Java Naming  and Directory Interface.</a:t>
          </a:r>
        </a:p>
      </dgm:t>
    </dgm:pt>
    <dgm:pt modelId="{EA6AB34D-EEB6-4EDA-8ABA-F31E2E8A076D}" type="parTrans" cxnId="{AB0B479B-6BB2-4B1F-81A0-761F61791E82}">
      <dgm:prSet/>
      <dgm:spPr/>
      <dgm:t>
        <a:bodyPr/>
        <a:lstStyle/>
        <a:p>
          <a:endParaRPr lang="en-US"/>
        </a:p>
      </dgm:t>
    </dgm:pt>
    <dgm:pt modelId="{F6B19DFC-A190-4DBD-8DE1-395EA148075D}" type="sibTrans" cxnId="{AB0B479B-6BB2-4B1F-81A0-761F61791E82}">
      <dgm:prSet/>
      <dgm:spPr/>
      <dgm:t>
        <a:bodyPr/>
        <a:lstStyle/>
        <a:p>
          <a:endParaRPr lang="en-US"/>
        </a:p>
      </dgm:t>
    </dgm:pt>
    <dgm:pt modelId="{3174A291-794F-4B3D-A22C-6C87FFB5489F}">
      <dgm:prSet phldrT="[Text]" custT="1"/>
      <dgm:spPr/>
      <dgm:t>
        <a:bodyPr/>
        <a:lstStyle/>
        <a:p>
          <a:pPr>
            <a:lnSpc>
              <a:spcPct val="100000"/>
            </a:lnSpc>
            <a:spcAft>
              <a:spcPts val="0"/>
            </a:spcAft>
          </a:pPr>
          <a:r>
            <a:rPr lang="en-US" sz="1400" b="1" dirty="0">
              <a:effectLst>
                <a:outerShdw blurRad="38100" dist="38100" dir="2700000" algn="tl">
                  <a:srgbClr val="000000">
                    <a:alpha val="43137"/>
                  </a:srgbClr>
                </a:outerShdw>
              </a:effectLst>
            </a:rPr>
            <a:t>2002</a:t>
          </a:r>
        </a:p>
        <a:p>
          <a:pPr>
            <a:lnSpc>
              <a:spcPct val="100000"/>
            </a:lnSpc>
            <a:spcAft>
              <a:spcPts val="0"/>
            </a:spcAft>
          </a:pPr>
          <a:r>
            <a:rPr lang="en-US" sz="1400" b="1" dirty="0" err="1">
              <a:effectLst>
                <a:outerShdw blurRad="38100" dist="38100" dir="2700000" algn="tl">
                  <a:srgbClr val="000000">
                    <a:alpha val="43137"/>
                  </a:srgbClr>
                </a:outerShdw>
              </a:effectLst>
            </a:rPr>
            <a:t>J2SE</a:t>
          </a:r>
          <a:r>
            <a:rPr lang="en-US" sz="1400" b="1" dirty="0">
              <a:effectLst>
                <a:outerShdw blurRad="38100" dist="38100" dir="2700000" algn="tl">
                  <a:srgbClr val="000000">
                    <a:alpha val="43137"/>
                  </a:srgbClr>
                </a:outerShdw>
              </a:effectLst>
            </a:rPr>
            <a:t> 1.4</a:t>
          </a:r>
        </a:p>
      </dgm:t>
    </dgm:pt>
    <dgm:pt modelId="{A9EC7E57-84F5-4808-AB94-EA23C53A92F1}" type="parTrans" cxnId="{A7308659-33A0-459D-9050-B12AF6146A70}">
      <dgm:prSet/>
      <dgm:spPr/>
      <dgm:t>
        <a:bodyPr/>
        <a:lstStyle/>
        <a:p>
          <a:endParaRPr lang="en-US"/>
        </a:p>
      </dgm:t>
    </dgm:pt>
    <dgm:pt modelId="{849DCCEE-A77E-48CD-B752-E5EFB0467722}" type="sibTrans" cxnId="{A7308659-33A0-459D-9050-B12AF6146A70}">
      <dgm:prSet/>
      <dgm:spPr/>
      <dgm:t>
        <a:bodyPr/>
        <a:lstStyle/>
        <a:p>
          <a:endParaRPr lang="en-US"/>
        </a:p>
      </dgm:t>
    </dgm:pt>
    <dgm:pt modelId="{3DC62F54-671C-442C-B11B-08296143B21E}">
      <dgm:prSet phldrT="[Text]" custT="1"/>
      <dgm:spPr/>
      <dgm:t>
        <a:bodyPr/>
        <a:lstStyle/>
        <a:p>
          <a:r>
            <a:rPr lang="en-US" sz="1800" dirty="0"/>
            <a:t>Was given a codename “Merlin” and was released on 6</a:t>
          </a:r>
          <a:r>
            <a:rPr lang="en-US" sz="1800" baseline="30000" dirty="0"/>
            <a:t>th</a:t>
          </a:r>
          <a:r>
            <a:rPr lang="en-US" sz="1800" dirty="0"/>
            <a:t> Feb, 2002</a:t>
          </a:r>
        </a:p>
      </dgm:t>
    </dgm:pt>
    <dgm:pt modelId="{F600F71D-47E4-466D-B7C0-CC2D2D0C66C4}" type="parTrans" cxnId="{ABA08541-9E86-4F7F-BA68-E2200390932D}">
      <dgm:prSet/>
      <dgm:spPr/>
      <dgm:t>
        <a:bodyPr/>
        <a:lstStyle/>
        <a:p>
          <a:endParaRPr lang="en-US"/>
        </a:p>
      </dgm:t>
    </dgm:pt>
    <dgm:pt modelId="{24060CEA-4C30-41CB-A80C-6D31842D8564}" type="sibTrans" cxnId="{ABA08541-9E86-4F7F-BA68-E2200390932D}">
      <dgm:prSet/>
      <dgm:spPr/>
      <dgm:t>
        <a:bodyPr/>
        <a:lstStyle/>
        <a:p>
          <a:endParaRPr lang="en-US"/>
        </a:p>
      </dgm:t>
    </dgm:pt>
    <dgm:pt modelId="{F8165313-15C4-4DCF-932D-276EF7A832A2}">
      <dgm:prSet phldrT="[Text]" custT="1"/>
      <dgm:spPr/>
      <dgm:t>
        <a:bodyPr/>
        <a:lstStyle/>
        <a:p>
          <a:r>
            <a:rPr lang="en-US" sz="1800" dirty="0"/>
            <a:t>Contains addition like Library Improvements, Regular expressions </a:t>
          </a:r>
          <a:r>
            <a:rPr lang="en-US" sz="1800" dirty="0" err="1"/>
            <a:t>modelled</a:t>
          </a:r>
          <a:r>
            <a:rPr lang="en-US" sz="1800" dirty="0"/>
            <a:t> after Perl regular Expressions.</a:t>
          </a:r>
        </a:p>
      </dgm:t>
    </dgm:pt>
    <dgm:pt modelId="{B4D7AAF7-760C-4AB3-B269-9A542FE7D5CC}" type="parTrans" cxnId="{A7C311DF-2BB7-4F9B-841E-13994F5413FF}">
      <dgm:prSet/>
      <dgm:spPr/>
      <dgm:t>
        <a:bodyPr/>
        <a:lstStyle/>
        <a:p>
          <a:endParaRPr lang="en-US"/>
        </a:p>
      </dgm:t>
    </dgm:pt>
    <dgm:pt modelId="{35D952A8-616E-43E3-A0CB-FF4557B47F15}" type="sibTrans" cxnId="{A7C311DF-2BB7-4F9B-841E-13994F5413FF}">
      <dgm:prSet/>
      <dgm:spPr/>
      <dgm:t>
        <a:bodyPr/>
        <a:lstStyle/>
        <a:p>
          <a:endParaRPr lang="en-US"/>
        </a:p>
      </dgm:t>
    </dgm:pt>
    <dgm:pt modelId="{F0C4E6B1-2E4D-40CD-833F-C299A056A7EF}">
      <dgm:prSet phldrT="[Text]" custT="1"/>
      <dgm:spPr/>
      <dgm:t>
        <a:bodyPr/>
        <a:lstStyle/>
        <a:p>
          <a:pPr>
            <a:lnSpc>
              <a:spcPct val="100000"/>
            </a:lnSpc>
            <a:spcAft>
              <a:spcPts val="0"/>
            </a:spcAft>
          </a:pPr>
          <a:r>
            <a:rPr lang="en-US" sz="1400" b="1" dirty="0">
              <a:effectLst>
                <a:outerShdw blurRad="38100" dist="38100" dir="2700000" algn="tl">
                  <a:srgbClr val="000000">
                    <a:alpha val="43137"/>
                  </a:srgbClr>
                </a:outerShdw>
              </a:effectLst>
            </a:rPr>
            <a:t>2004</a:t>
          </a:r>
        </a:p>
        <a:p>
          <a:pPr>
            <a:lnSpc>
              <a:spcPct val="100000"/>
            </a:lnSpc>
            <a:spcAft>
              <a:spcPts val="0"/>
            </a:spcAft>
          </a:pPr>
          <a:r>
            <a:rPr lang="en-US" sz="1400" b="1" dirty="0" err="1">
              <a:effectLst>
                <a:outerShdw blurRad="38100" dist="38100" dir="2700000" algn="tl">
                  <a:srgbClr val="000000">
                    <a:alpha val="43137"/>
                  </a:srgbClr>
                </a:outerShdw>
              </a:effectLst>
            </a:rPr>
            <a:t>J2SE</a:t>
          </a:r>
          <a:r>
            <a:rPr lang="en-US" sz="1400" b="1" dirty="0">
              <a:effectLst>
                <a:outerShdw blurRad="38100" dist="38100" dir="2700000" algn="tl">
                  <a:srgbClr val="000000">
                    <a:alpha val="43137"/>
                  </a:srgbClr>
                </a:outerShdw>
              </a:effectLst>
            </a:rPr>
            <a:t> 5.0</a:t>
          </a:r>
        </a:p>
      </dgm:t>
    </dgm:pt>
    <dgm:pt modelId="{0C998FA3-0A2C-436E-8FAF-3536F39EB652}" type="parTrans" cxnId="{0040F5F4-ED67-4CA8-8674-BF599A5A4E2D}">
      <dgm:prSet/>
      <dgm:spPr/>
      <dgm:t>
        <a:bodyPr/>
        <a:lstStyle/>
        <a:p>
          <a:endParaRPr lang="en-US"/>
        </a:p>
      </dgm:t>
    </dgm:pt>
    <dgm:pt modelId="{E34FB1BB-1A6B-465B-B607-1E84ADCD91EE}" type="sibTrans" cxnId="{0040F5F4-ED67-4CA8-8674-BF599A5A4E2D}">
      <dgm:prSet/>
      <dgm:spPr/>
      <dgm:t>
        <a:bodyPr/>
        <a:lstStyle/>
        <a:p>
          <a:endParaRPr lang="en-US"/>
        </a:p>
      </dgm:t>
    </dgm:pt>
    <dgm:pt modelId="{B3978DF1-A9D6-47F3-AE7B-632E8209AB53}">
      <dgm:prSet phldrT="[Text]" custT="1"/>
      <dgm:spPr/>
      <dgm:t>
        <a:bodyPr/>
        <a:lstStyle/>
        <a:p>
          <a:r>
            <a:rPr lang="en-US" sz="1800" dirty="0"/>
            <a:t>Was given a codename “Tiger” and was released on 30</a:t>
          </a:r>
          <a:r>
            <a:rPr lang="en-US" sz="1800" baseline="30000" dirty="0"/>
            <a:t>th</a:t>
          </a:r>
          <a:r>
            <a:rPr lang="en-US" sz="1800" dirty="0"/>
            <a:t> Sep, 2004</a:t>
          </a:r>
        </a:p>
      </dgm:t>
    </dgm:pt>
    <dgm:pt modelId="{DD201E0C-166A-4162-B4A7-68F1BD360A0D}" type="parTrans" cxnId="{4D1B1047-B8E4-4637-8CA9-F9AA37FCCC67}">
      <dgm:prSet/>
      <dgm:spPr/>
      <dgm:t>
        <a:bodyPr/>
        <a:lstStyle/>
        <a:p>
          <a:endParaRPr lang="en-US"/>
        </a:p>
      </dgm:t>
    </dgm:pt>
    <dgm:pt modelId="{7BF9C03F-FFB0-4C2F-8B0A-F507EA2893D4}" type="sibTrans" cxnId="{4D1B1047-B8E4-4637-8CA9-F9AA37FCCC67}">
      <dgm:prSet/>
      <dgm:spPr/>
      <dgm:t>
        <a:bodyPr/>
        <a:lstStyle/>
        <a:p>
          <a:endParaRPr lang="en-US"/>
        </a:p>
      </dgm:t>
    </dgm:pt>
    <dgm:pt modelId="{35495477-A124-45F8-AA6A-AE7D2426B26F}">
      <dgm:prSet phldrT="[Text]" custT="1"/>
      <dgm:spPr/>
      <dgm:t>
        <a:bodyPr/>
        <a:lstStyle/>
        <a:p>
          <a:r>
            <a:rPr lang="en-US" sz="1800" dirty="0"/>
            <a:t>Originally numbered as 1.5 which is still used as  its internal version. Added several new language features such as for-each loop</a:t>
          </a:r>
        </a:p>
      </dgm:t>
    </dgm:pt>
    <dgm:pt modelId="{B798D04D-3026-4E5D-B24E-375A9352ACD1}" type="parTrans" cxnId="{010D23A8-50EC-45AA-B89E-10C4F2224FAB}">
      <dgm:prSet/>
      <dgm:spPr/>
      <dgm:t>
        <a:bodyPr/>
        <a:lstStyle/>
        <a:p>
          <a:endParaRPr lang="en-US"/>
        </a:p>
      </dgm:t>
    </dgm:pt>
    <dgm:pt modelId="{45D897A4-1A04-482A-BEE5-6B2BF38402F3}" type="sibTrans" cxnId="{010D23A8-50EC-45AA-B89E-10C4F2224FAB}">
      <dgm:prSet/>
      <dgm:spPr/>
      <dgm:t>
        <a:bodyPr/>
        <a:lstStyle/>
        <a:p>
          <a:endParaRPr lang="en-US"/>
        </a:p>
      </dgm:t>
    </dgm:pt>
    <dgm:pt modelId="{7C369372-5EB8-443C-B657-1B88B4E80F9B}">
      <dgm:prSet phldrT="[Text]" custT="1"/>
      <dgm:spPr/>
      <dgm:t>
        <a:bodyPr/>
        <a:lstStyle/>
        <a:p>
          <a:r>
            <a:rPr lang="en-US" sz="1400" b="1" dirty="0">
              <a:effectLst>
                <a:outerShdw blurRad="38100" dist="38100" dir="2700000" algn="tl">
                  <a:srgbClr val="000000">
                    <a:alpha val="43137"/>
                  </a:srgbClr>
                </a:outerShdw>
              </a:effectLst>
            </a:rPr>
            <a:t>2006</a:t>
          </a:r>
        </a:p>
        <a:p>
          <a:r>
            <a:rPr lang="en-US" sz="1400" b="1" dirty="0">
              <a:effectLst>
                <a:outerShdw blurRad="38100" dist="38100" dir="2700000" algn="tl">
                  <a:srgbClr val="000000">
                    <a:alpha val="43137"/>
                  </a:srgbClr>
                </a:outerShdw>
              </a:effectLst>
            </a:rPr>
            <a:t>Java </a:t>
          </a:r>
          <a:r>
            <a:rPr lang="en-US" sz="1400" b="1" dirty="0" err="1">
              <a:effectLst>
                <a:outerShdw blurRad="38100" dist="38100" dir="2700000" algn="tl">
                  <a:srgbClr val="000000">
                    <a:alpha val="43137"/>
                  </a:srgbClr>
                </a:outerShdw>
              </a:effectLst>
            </a:rPr>
            <a:t>SE6</a:t>
          </a:r>
          <a:endParaRPr lang="en-US" sz="1400" b="1" dirty="0">
            <a:effectLst>
              <a:outerShdw blurRad="38100" dist="38100" dir="2700000" algn="tl">
                <a:srgbClr val="000000">
                  <a:alpha val="43137"/>
                </a:srgbClr>
              </a:outerShdw>
            </a:effectLst>
          </a:endParaRPr>
        </a:p>
      </dgm:t>
    </dgm:pt>
    <dgm:pt modelId="{6558C0F2-BC6D-4F63-949A-39EAF053881F}" type="parTrans" cxnId="{C9807546-75EA-427D-AF1D-2EFF726FBC2D}">
      <dgm:prSet/>
      <dgm:spPr/>
      <dgm:t>
        <a:bodyPr/>
        <a:lstStyle/>
        <a:p>
          <a:endParaRPr lang="en-US"/>
        </a:p>
      </dgm:t>
    </dgm:pt>
    <dgm:pt modelId="{75E5B9C6-A4E0-4A26-BDB8-8E08CE95F14C}" type="sibTrans" cxnId="{C9807546-75EA-427D-AF1D-2EFF726FBC2D}">
      <dgm:prSet/>
      <dgm:spPr/>
      <dgm:t>
        <a:bodyPr/>
        <a:lstStyle/>
        <a:p>
          <a:endParaRPr lang="en-US"/>
        </a:p>
      </dgm:t>
    </dgm:pt>
    <dgm:pt modelId="{9A2045AF-7492-4952-8A06-81838B9910D7}">
      <dgm:prSet phldrT="[Text]" custT="1"/>
      <dgm:spPr/>
      <dgm:t>
        <a:bodyPr/>
        <a:lstStyle/>
        <a:p>
          <a:r>
            <a:rPr lang="en-US" sz="1800" dirty="0"/>
            <a:t>Was given a codename “Mustang” and was released on 11</a:t>
          </a:r>
          <a:r>
            <a:rPr lang="en-US" sz="1800" baseline="30000" dirty="0"/>
            <a:t>th</a:t>
          </a:r>
          <a:r>
            <a:rPr lang="en-US" sz="1800" dirty="0"/>
            <a:t> Dec, 2006</a:t>
          </a:r>
        </a:p>
      </dgm:t>
    </dgm:pt>
    <dgm:pt modelId="{D91D1201-AA80-42D2-AD28-79346ED34E25}" type="parTrans" cxnId="{268E7DD4-767A-4D64-B27C-22534D84EEFC}">
      <dgm:prSet/>
      <dgm:spPr/>
      <dgm:t>
        <a:bodyPr/>
        <a:lstStyle/>
        <a:p>
          <a:endParaRPr lang="en-US"/>
        </a:p>
      </dgm:t>
    </dgm:pt>
    <dgm:pt modelId="{6E2AB706-F1BD-465B-8390-5536C96A50B7}" type="sibTrans" cxnId="{268E7DD4-767A-4D64-B27C-22534D84EEFC}">
      <dgm:prSet/>
      <dgm:spPr/>
      <dgm:t>
        <a:bodyPr/>
        <a:lstStyle/>
        <a:p>
          <a:endParaRPr lang="en-US"/>
        </a:p>
      </dgm:t>
    </dgm:pt>
    <dgm:pt modelId="{07207B43-6435-4282-892A-32E980996EB4}">
      <dgm:prSet phldrT="[Text]" custT="1"/>
      <dgm:spPr/>
      <dgm:t>
        <a:bodyPr/>
        <a:lstStyle/>
        <a:p>
          <a:r>
            <a:rPr lang="en-US" sz="1800" dirty="0"/>
            <a:t>Package with database supervisor and encourages the utilization of scripting</a:t>
          </a:r>
        </a:p>
      </dgm:t>
    </dgm:pt>
    <dgm:pt modelId="{551856DA-A902-4F1E-AA17-A5F57F2D21CC}" type="parTrans" cxnId="{64EBEFDF-C1B3-4060-B5E8-53EE5745442B}">
      <dgm:prSet/>
      <dgm:spPr/>
      <dgm:t>
        <a:bodyPr/>
        <a:lstStyle/>
        <a:p>
          <a:endParaRPr lang="en-US"/>
        </a:p>
      </dgm:t>
    </dgm:pt>
    <dgm:pt modelId="{D076FB58-4DB2-4D23-B9EB-ABDD1D7C3DC5}" type="sibTrans" cxnId="{64EBEFDF-C1B3-4060-B5E8-53EE5745442B}">
      <dgm:prSet/>
      <dgm:spPr/>
      <dgm:t>
        <a:bodyPr/>
        <a:lstStyle/>
        <a:p>
          <a:endParaRPr lang="en-US"/>
        </a:p>
      </dgm:t>
    </dgm:pt>
    <dgm:pt modelId="{F9E2E4A7-44AD-4B8F-BF1A-B7BA0D0047A0}" type="pres">
      <dgm:prSet presAssocID="{B0A212B4-8D79-404E-A959-99B0823BA490}" presName="linearFlow" presStyleCnt="0">
        <dgm:presLayoutVars>
          <dgm:dir/>
          <dgm:animLvl val="lvl"/>
          <dgm:resizeHandles val="exact"/>
        </dgm:presLayoutVars>
      </dgm:prSet>
      <dgm:spPr/>
    </dgm:pt>
    <dgm:pt modelId="{4E327290-B14D-4FFF-B1C3-9B140A08FA84}" type="pres">
      <dgm:prSet presAssocID="{9D14A89F-0A9A-4C62-A099-F7270135CDDA}" presName="composite" presStyleCnt="0"/>
      <dgm:spPr/>
    </dgm:pt>
    <dgm:pt modelId="{7EDB8F8A-7E46-4E7B-BB66-F993FF985FEE}" type="pres">
      <dgm:prSet presAssocID="{9D14A89F-0A9A-4C62-A099-F7270135CDDA}" presName="parentText" presStyleLbl="alignNode1" presStyleIdx="0" presStyleCnt="6">
        <dgm:presLayoutVars>
          <dgm:chMax val="1"/>
          <dgm:bulletEnabled val="1"/>
        </dgm:presLayoutVars>
      </dgm:prSet>
      <dgm:spPr/>
    </dgm:pt>
    <dgm:pt modelId="{A9FB8658-F8F7-4B31-A4C1-9F65EEDAF536}" type="pres">
      <dgm:prSet presAssocID="{9D14A89F-0A9A-4C62-A099-F7270135CDDA}" presName="descendantText" presStyleLbl="alignAcc1" presStyleIdx="0" presStyleCnt="6">
        <dgm:presLayoutVars>
          <dgm:bulletEnabled val="1"/>
        </dgm:presLayoutVars>
      </dgm:prSet>
      <dgm:spPr/>
    </dgm:pt>
    <dgm:pt modelId="{3BD18F45-801D-4339-B45B-8955F58E7C53}" type="pres">
      <dgm:prSet presAssocID="{6253F33D-7D2E-4505-AD0A-2224F6941BB3}" presName="sp" presStyleCnt="0"/>
      <dgm:spPr/>
    </dgm:pt>
    <dgm:pt modelId="{A37CEC84-F7E0-40ED-A8E0-3CB6CCCB585F}" type="pres">
      <dgm:prSet presAssocID="{BEDAA50C-5C8E-4F9B-BE05-A0EAFF9C960A}" presName="composite" presStyleCnt="0"/>
      <dgm:spPr/>
    </dgm:pt>
    <dgm:pt modelId="{ED7628B4-FF83-4458-955E-92F483DF47CA}" type="pres">
      <dgm:prSet presAssocID="{BEDAA50C-5C8E-4F9B-BE05-A0EAFF9C960A}" presName="parentText" presStyleLbl="alignNode1" presStyleIdx="1" presStyleCnt="6">
        <dgm:presLayoutVars>
          <dgm:chMax val="1"/>
          <dgm:bulletEnabled val="1"/>
        </dgm:presLayoutVars>
      </dgm:prSet>
      <dgm:spPr/>
    </dgm:pt>
    <dgm:pt modelId="{90C39274-10B6-4B52-8683-05E943D25E2D}" type="pres">
      <dgm:prSet presAssocID="{BEDAA50C-5C8E-4F9B-BE05-A0EAFF9C960A}" presName="descendantText" presStyleLbl="alignAcc1" presStyleIdx="1" presStyleCnt="6">
        <dgm:presLayoutVars>
          <dgm:bulletEnabled val="1"/>
        </dgm:presLayoutVars>
      </dgm:prSet>
      <dgm:spPr/>
    </dgm:pt>
    <dgm:pt modelId="{D8BCB684-50B4-40DE-B14C-2E7F5170B723}" type="pres">
      <dgm:prSet presAssocID="{1CC4308C-9857-482F-9948-9231C7CF7B83}" presName="sp" presStyleCnt="0"/>
      <dgm:spPr/>
    </dgm:pt>
    <dgm:pt modelId="{D5F017A7-7B51-4E23-A7CC-10218916461F}" type="pres">
      <dgm:prSet presAssocID="{97E3CE9A-AB9B-45AC-B6AF-9686B61C0571}" presName="composite" presStyleCnt="0"/>
      <dgm:spPr/>
    </dgm:pt>
    <dgm:pt modelId="{AE826B0B-C673-45FA-AEDE-8CF1526CD4AD}" type="pres">
      <dgm:prSet presAssocID="{97E3CE9A-AB9B-45AC-B6AF-9686B61C0571}" presName="parentText" presStyleLbl="alignNode1" presStyleIdx="2" presStyleCnt="6">
        <dgm:presLayoutVars>
          <dgm:chMax val="1"/>
          <dgm:bulletEnabled val="1"/>
        </dgm:presLayoutVars>
      </dgm:prSet>
      <dgm:spPr/>
    </dgm:pt>
    <dgm:pt modelId="{B6DACE12-D5A8-4C5A-9896-8D5646A29BC1}" type="pres">
      <dgm:prSet presAssocID="{97E3CE9A-AB9B-45AC-B6AF-9686B61C0571}" presName="descendantText" presStyleLbl="alignAcc1" presStyleIdx="2" presStyleCnt="6">
        <dgm:presLayoutVars>
          <dgm:bulletEnabled val="1"/>
        </dgm:presLayoutVars>
      </dgm:prSet>
      <dgm:spPr/>
    </dgm:pt>
    <dgm:pt modelId="{D45F6447-0701-4499-B275-FE1A6B66E805}" type="pres">
      <dgm:prSet presAssocID="{5DB2FADD-58AE-49A6-A679-C2993CDA6107}" presName="sp" presStyleCnt="0"/>
      <dgm:spPr/>
    </dgm:pt>
    <dgm:pt modelId="{1E011239-9609-4913-A135-C6166789A010}" type="pres">
      <dgm:prSet presAssocID="{3174A291-794F-4B3D-A22C-6C87FFB5489F}" presName="composite" presStyleCnt="0"/>
      <dgm:spPr/>
    </dgm:pt>
    <dgm:pt modelId="{EEE5C1A1-5837-487E-AB97-70BB55E9327C}" type="pres">
      <dgm:prSet presAssocID="{3174A291-794F-4B3D-A22C-6C87FFB5489F}" presName="parentText" presStyleLbl="alignNode1" presStyleIdx="3" presStyleCnt="6">
        <dgm:presLayoutVars>
          <dgm:chMax val="1"/>
          <dgm:bulletEnabled val="1"/>
        </dgm:presLayoutVars>
      </dgm:prSet>
      <dgm:spPr/>
    </dgm:pt>
    <dgm:pt modelId="{A8246A71-FA1A-4A3F-BFEF-658899758BFA}" type="pres">
      <dgm:prSet presAssocID="{3174A291-794F-4B3D-A22C-6C87FFB5489F}" presName="descendantText" presStyleLbl="alignAcc1" presStyleIdx="3" presStyleCnt="6">
        <dgm:presLayoutVars>
          <dgm:bulletEnabled val="1"/>
        </dgm:presLayoutVars>
      </dgm:prSet>
      <dgm:spPr/>
    </dgm:pt>
    <dgm:pt modelId="{82C08142-5CCD-47EB-B4DA-E77232F98741}" type="pres">
      <dgm:prSet presAssocID="{849DCCEE-A77E-48CD-B752-E5EFB0467722}" presName="sp" presStyleCnt="0"/>
      <dgm:spPr/>
    </dgm:pt>
    <dgm:pt modelId="{BD74D726-BBD3-4A55-88A8-C0E3B7730B1A}" type="pres">
      <dgm:prSet presAssocID="{F0C4E6B1-2E4D-40CD-833F-C299A056A7EF}" presName="composite" presStyleCnt="0"/>
      <dgm:spPr/>
    </dgm:pt>
    <dgm:pt modelId="{9326E1D0-A05D-41B6-B945-DBD77BD6EE4F}" type="pres">
      <dgm:prSet presAssocID="{F0C4E6B1-2E4D-40CD-833F-C299A056A7EF}" presName="parentText" presStyleLbl="alignNode1" presStyleIdx="4" presStyleCnt="6">
        <dgm:presLayoutVars>
          <dgm:chMax val="1"/>
          <dgm:bulletEnabled val="1"/>
        </dgm:presLayoutVars>
      </dgm:prSet>
      <dgm:spPr/>
    </dgm:pt>
    <dgm:pt modelId="{CBEF37C9-B190-41E7-BF20-886610D91C21}" type="pres">
      <dgm:prSet presAssocID="{F0C4E6B1-2E4D-40CD-833F-C299A056A7EF}" presName="descendantText" presStyleLbl="alignAcc1" presStyleIdx="4" presStyleCnt="6" custScaleY="149476">
        <dgm:presLayoutVars>
          <dgm:bulletEnabled val="1"/>
        </dgm:presLayoutVars>
      </dgm:prSet>
      <dgm:spPr/>
    </dgm:pt>
    <dgm:pt modelId="{7F087D06-4B34-4FA1-B5CC-22AAB0721E52}" type="pres">
      <dgm:prSet presAssocID="{E34FB1BB-1A6B-465B-B607-1E84ADCD91EE}" presName="sp" presStyleCnt="0"/>
      <dgm:spPr/>
    </dgm:pt>
    <dgm:pt modelId="{4B2992C7-7A76-4C51-8B90-AE216A3F68E1}" type="pres">
      <dgm:prSet presAssocID="{7C369372-5EB8-443C-B657-1B88B4E80F9B}" presName="composite" presStyleCnt="0"/>
      <dgm:spPr/>
    </dgm:pt>
    <dgm:pt modelId="{16E8F8E1-6A38-4C1B-81FD-6D5D5B5DDF49}" type="pres">
      <dgm:prSet presAssocID="{7C369372-5EB8-443C-B657-1B88B4E80F9B}" presName="parentText" presStyleLbl="alignNode1" presStyleIdx="5" presStyleCnt="6">
        <dgm:presLayoutVars>
          <dgm:chMax val="1"/>
          <dgm:bulletEnabled val="1"/>
        </dgm:presLayoutVars>
      </dgm:prSet>
      <dgm:spPr/>
    </dgm:pt>
    <dgm:pt modelId="{974869C4-3246-4B81-925E-A293B82A3D15}" type="pres">
      <dgm:prSet presAssocID="{7C369372-5EB8-443C-B657-1B88B4E80F9B}" presName="descendantText" presStyleLbl="alignAcc1" presStyleIdx="5" presStyleCnt="6">
        <dgm:presLayoutVars>
          <dgm:bulletEnabled val="1"/>
        </dgm:presLayoutVars>
      </dgm:prSet>
      <dgm:spPr/>
    </dgm:pt>
  </dgm:ptLst>
  <dgm:cxnLst>
    <dgm:cxn modelId="{E75EB502-7DAC-4853-811D-513B2C1749ED}" type="presOf" srcId="{6E01B414-2B55-45CF-9E50-EBB411D7DA9D}" destId="{A9FB8658-F8F7-4B31-A4C1-9F65EEDAF536}" srcOrd="0" destOrd="0" presId="urn:microsoft.com/office/officeart/2005/8/layout/chevron2"/>
    <dgm:cxn modelId="{31AE5706-C291-478C-BD2F-7AAB0F156723}" srcId="{B0A212B4-8D79-404E-A959-99B0823BA490}" destId="{97E3CE9A-AB9B-45AC-B6AF-9686B61C0571}" srcOrd="2" destOrd="0" parTransId="{179206BE-D355-428F-A4B5-A5B761AF1F25}" sibTransId="{5DB2FADD-58AE-49A6-A679-C2993CDA6107}"/>
    <dgm:cxn modelId="{74FE7808-0494-4C73-8A53-640367ACCE08}" srcId="{97E3CE9A-AB9B-45AC-B6AF-9686B61C0571}" destId="{7C1AB8EF-1FD0-4BB7-AF04-5056F32F4FE3}" srcOrd="0" destOrd="0" parTransId="{CED3790E-E8A9-43BB-B5B6-187C19B8F823}" sibTransId="{99F1BEF5-596B-436F-AFC4-4790E9BDF9E5}"/>
    <dgm:cxn modelId="{36FE610A-56E5-4761-8C48-27467E4EFDE6}" srcId="{BEDAA50C-5C8E-4F9B-BE05-A0EAFF9C960A}" destId="{4243077B-4BE0-4A85-AB64-D84B2FAB28B5}" srcOrd="0" destOrd="0" parTransId="{88F08091-77E6-4958-98E4-D1BC5CA39143}" sibTransId="{2AC91FC4-F4E3-496F-BBBA-AAA98EACB4A9}"/>
    <dgm:cxn modelId="{2562840C-36EF-4CD8-B214-D67D6DA80240}" srcId="{BEDAA50C-5C8E-4F9B-BE05-A0EAFF9C960A}" destId="{0F757635-273B-459D-9A81-75DB7ACAA715}" srcOrd="1" destOrd="0" parTransId="{134E59E6-FF78-4943-AE05-0F06E32D6F6C}" sibTransId="{51AECBCB-6790-42B9-8DC2-F677A33E7920}"/>
    <dgm:cxn modelId="{8988F11E-C1AF-41CA-9DD3-FF5735585B93}" type="presOf" srcId="{B3978DF1-A9D6-47F3-AE7B-632E8209AB53}" destId="{CBEF37C9-B190-41E7-BF20-886610D91C21}" srcOrd="0" destOrd="0" presId="urn:microsoft.com/office/officeart/2005/8/layout/chevron2"/>
    <dgm:cxn modelId="{1638AC28-A9AA-4B19-B0F1-9F22F4CBC087}" type="presOf" srcId="{F5FEC065-DB8B-4E39-9F2D-69B35D1FED2D}" destId="{A9FB8658-F8F7-4B31-A4C1-9F65EEDAF536}" srcOrd="0" destOrd="1" presId="urn:microsoft.com/office/officeart/2005/8/layout/chevron2"/>
    <dgm:cxn modelId="{16868429-B553-4CDA-A6B3-294D617A9AEF}" type="presOf" srcId="{9A2045AF-7492-4952-8A06-81838B9910D7}" destId="{974869C4-3246-4B81-925E-A293B82A3D15}" srcOrd="0" destOrd="0" presId="urn:microsoft.com/office/officeart/2005/8/layout/chevron2"/>
    <dgm:cxn modelId="{F3FC412C-E3CF-4446-9147-DA6AA2F047AD}" type="presOf" srcId="{9D14A89F-0A9A-4C62-A099-F7270135CDDA}" destId="{7EDB8F8A-7E46-4E7B-BB66-F993FF985FEE}" srcOrd="0" destOrd="0" presId="urn:microsoft.com/office/officeart/2005/8/layout/chevron2"/>
    <dgm:cxn modelId="{62ED095D-8E3F-463D-B394-5CAE8596F49D}" type="presOf" srcId="{F0C4E6B1-2E4D-40CD-833F-C299A056A7EF}" destId="{9326E1D0-A05D-41B6-B945-DBD77BD6EE4F}" srcOrd="0" destOrd="0" presId="urn:microsoft.com/office/officeart/2005/8/layout/chevron2"/>
    <dgm:cxn modelId="{44C1E55D-751F-4C79-8509-11A771F215D0}" srcId="{9D14A89F-0A9A-4C62-A099-F7270135CDDA}" destId="{F5FEC065-DB8B-4E39-9F2D-69B35D1FED2D}" srcOrd="1" destOrd="0" parTransId="{68698FE3-EB1C-4E35-9C3C-645C46C20838}" sibTransId="{FC33AE7E-38AF-49A5-BAC5-25FAAC5D9BC1}"/>
    <dgm:cxn modelId="{ABA08541-9E86-4F7F-BA68-E2200390932D}" srcId="{3174A291-794F-4B3D-A22C-6C87FFB5489F}" destId="{3DC62F54-671C-442C-B11B-08296143B21E}" srcOrd="0" destOrd="0" parTransId="{F600F71D-47E4-466D-B7C0-CC2D2D0C66C4}" sibTransId="{24060CEA-4C30-41CB-A80C-6D31842D8564}"/>
    <dgm:cxn modelId="{1325C841-5776-47CE-BC78-A8B8B2CDD06B}" type="presOf" srcId="{AFA9ECED-8A84-4F23-8A0B-2E0ECC37EBB0}" destId="{B6DACE12-D5A8-4C5A-9896-8D5646A29BC1}" srcOrd="0" destOrd="1" presId="urn:microsoft.com/office/officeart/2005/8/layout/chevron2"/>
    <dgm:cxn modelId="{A5360846-C7F3-4946-8BB0-9DCE43D45A17}" type="presOf" srcId="{F8165313-15C4-4DCF-932D-276EF7A832A2}" destId="{A8246A71-FA1A-4A3F-BFEF-658899758BFA}" srcOrd="0" destOrd="1" presId="urn:microsoft.com/office/officeart/2005/8/layout/chevron2"/>
    <dgm:cxn modelId="{C9807546-75EA-427D-AF1D-2EFF726FBC2D}" srcId="{B0A212B4-8D79-404E-A959-99B0823BA490}" destId="{7C369372-5EB8-443C-B657-1B88B4E80F9B}" srcOrd="5" destOrd="0" parTransId="{6558C0F2-BC6D-4F63-949A-39EAF053881F}" sibTransId="{75E5B9C6-A4E0-4A26-BDB8-8E08CE95F14C}"/>
    <dgm:cxn modelId="{4D1B1047-B8E4-4637-8CA9-F9AA37FCCC67}" srcId="{F0C4E6B1-2E4D-40CD-833F-C299A056A7EF}" destId="{B3978DF1-A9D6-47F3-AE7B-632E8209AB53}" srcOrd="0" destOrd="0" parTransId="{DD201E0C-166A-4162-B4A7-68F1BD360A0D}" sibTransId="{7BF9C03F-FFB0-4C2F-8B0A-F507EA2893D4}"/>
    <dgm:cxn modelId="{B0563868-5019-4388-A684-090630256512}" type="presOf" srcId="{07207B43-6435-4282-892A-32E980996EB4}" destId="{974869C4-3246-4B81-925E-A293B82A3D15}" srcOrd="0" destOrd="1" presId="urn:microsoft.com/office/officeart/2005/8/layout/chevron2"/>
    <dgm:cxn modelId="{BA8A6568-F3AD-4C80-A74B-0785F42CF0E2}" type="presOf" srcId="{7C369372-5EB8-443C-B657-1B88B4E80F9B}" destId="{16E8F8E1-6A38-4C1B-81FD-6D5D5B5DDF49}" srcOrd="0" destOrd="0" presId="urn:microsoft.com/office/officeart/2005/8/layout/chevron2"/>
    <dgm:cxn modelId="{AB5FA469-15AB-4E60-BF02-8C8613F16D14}" type="presOf" srcId="{B0A212B4-8D79-404E-A959-99B0823BA490}" destId="{F9E2E4A7-44AD-4B8F-BF1A-B7BA0D0047A0}" srcOrd="0" destOrd="0" presId="urn:microsoft.com/office/officeart/2005/8/layout/chevron2"/>
    <dgm:cxn modelId="{49E6B24A-D0DA-4DE7-BB49-866FF6C50647}" srcId="{B0A212B4-8D79-404E-A959-99B0823BA490}" destId="{BEDAA50C-5C8E-4F9B-BE05-A0EAFF9C960A}" srcOrd="1" destOrd="0" parTransId="{009E0B50-6A4F-43CB-8090-46EC524689CA}" sibTransId="{1CC4308C-9857-482F-9948-9231C7CF7B83}"/>
    <dgm:cxn modelId="{A7308659-33A0-459D-9050-B12AF6146A70}" srcId="{B0A212B4-8D79-404E-A959-99B0823BA490}" destId="{3174A291-794F-4B3D-A22C-6C87FFB5489F}" srcOrd="3" destOrd="0" parTransId="{A9EC7E57-84F5-4808-AB94-EA23C53A92F1}" sibTransId="{849DCCEE-A77E-48CD-B752-E5EFB0467722}"/>
    <dgm:cxn modelId="{2098EE7D-113B-4186-AE7B-D1AF0E49BC6C}" type="presOf" srcId="{4243077B-4BE0-4A85-AB64-D84B2FAB28B5}" destId="{90C39274-10B6-4B52-8683-05E943D25E2D}" srcOrd="0" destOrd="0" presId="urn:microsoft.com/office/officeart/2005/8/layout/chevron2"/>
    <dgm:cxn modelId="{DDE99F84-E161-4BC8-88BC-C2C5049B9E49}" type="presOf" srcId="{0F757635-273B-459D-9A81-75DB7ACAA715}" destId="{90C39274-10B6-4B52-8683-05E943D25E2D}" srcOrd="0" destOrd="1" presId="urn:microsoft.com/office/officeart/2005/8/layout/chevron2"/>
    <dgm:cxn modelId="{DA869D8B-24F9-40FA-A428-E9D1009237E2}" type="presOf" srcId="{7C1AB8EF-1FD0-4BB7-AF04-5056F32F4FE3}" destId="{B6DACE12-D5A8-4C5A-9896-8D5646A29BC1}" srcOrd="0" destOrd="0" presId="urn:microsoft.com/office/officeart/2005/8/layout/chevron2"/>
    <dgm:cxn modelId="{371BA298-6A91-40C4-86D6-DA6E9E9541C7}" type="presOf" srcId="{97E3CE9A-AB9B-45AC-B6AF-9686B61C0571}" destId="{AE826B0B-C673-45FA-AEDE-8CF1526CD4AD}" srcOrd="0" destOrd="0" presId="urn:microsoft.com/office/officeart/2005/8/layout/chevron2"/>
    <dgm:cxn modelId="{AB0B479B-6BB2-4B1F-81A0-761F61791E82}" srcId="{97E3CE9A-AB9B-45AC-B6AF-9686B61C0571}" destId="{AFA9ECED-8A84-4F23-8A0B-2E0ECC37EBB0}" srcOrd="1" destOrd="0" parTransId="{EA6AB34D-EEB6-4EDA-8ABA-F31E2E8A076D}" sibTransId="{F6B19DFC-A190-4DBD-8DE1-395EA148075D}"/>
    <dgm:cxn modelId="{E08215A3-32EC-40FB-827D-7A84BC331A2E}" type="presOf" srcId="{BEDAA50C-5C8E-4F9B-BE05-A0EAFF9C960A}" destId="{ED7628B4-FF83-4458-955E-92F483DF47CA}" srcOrd="0" destOrd="0" presId="urn:microsoft.com/office/officeart/2005/8/layout/chevron2"/>
    <dgm:cxn modelId="{010D23A8-50EC-45AA-B89E-10C4F2224FAB}" srcId="{F0C4E6B1-2E4D-40CD-833F-C299A056A7EF}" destId="{35495477-A124-45F8-AA6A-AE7D2426B26F}" srcOrd="1" destOrd="0" parTransId="{B798D04D-3026-4E5D-B24E-375A9352ACD1}" sibTransId="{45D897A4-1A04-482A-BEE5-6B2BF38402F3}"/>
    <dgm:cxn modelId="{E2FDA9AB-C666-4A91-8127-C1CE631BFE59}" srcId="{B0A212B4-8D79-404E-A959-99B0823BA490}" destId="{9D14A89F-0A9A-4C62-A099-F7270135CDDA}" srcOrd="0" destOrd="0" parTransId="{EFE02213-36A8-4848-82FF-4C950F27BE94}" sibTransId="{6253F33D-7D2E-4505-AD0A-2224F6941BB3}"/>
    <dgm:cxn modelId="{148F12BD-CFA2-4F99-B4F5-2B6A2659A107}" type="presOf" srcId="{3DC62F54-671C-442C-B11B-08296143B21E}" destId="{A8246A71-FA1A-4A3F-BFEF-658899758BFA}" srcOrd="0" destOrd="0" presId="urn:microsoft.com/office/officeart/2005/8/layout/chevron2"/>
    <dgm:cxn modelId="{268E7DD4-767A-4D64-B27C-22534D84EEFC}" srcId="{7C369372-5EB8-443C-B657-1B88B4E80F9B}" destId="{9A2045AF-7492-4952-8A06-81838B9910D7}" srcOrd="0" destOrd="0" parTransId="{D91D1201-AA80-42D2-AD28-79346ED34E25}" sibTransId="{6E2AB706-F1BD-465B-8390-5536C96A50B7}"/>
    <dgm:cxn modelId="{A7C311DF-2BB7-4F9B-841E-13994F5413FF}" srcId="{3174A291-794F-4B3D-A22C-6C87FFB5489F}" destId="{F8165313-15C4-4DCF-932D-276EF7A832A2}" srcOrd="1" destOrd="0" parTransId="{B4D7AAF7-760C-4AB3-B269-9A542FE7D5CC}" sibTransId="{35D952A8-616E-43E3-A0CB-FF4557B47F15}"/>
    <dgm:cxn modelId="{64EBEFDF-C1B3-4060-B5E8-53EE5745442B}" srcId="{7C369372-5EB8-443C-B657-1B88B4E80F9B}" destId="{07207B43-6435-4282-892A-32E980996EB4}" srcOrd="1" destOrd="0" parTransId="{551856DA-A902-4F1E-AA17-A5F57F2D21CC}" sibTransId="{D076FB58-4DB2-4D23-B9EB-ABDD1D7C3DC5}"/>
    <dgm:cxn modelId="{56C003F2-0D49-4E0A-B7C6-10EC47FBA80A}" type="presOf" srcId="{3174A291-794F-4B3D-A22C-6C87FFB5489F}" destId="{EEE5C1A1-5837-487E-AB97-70BB55E9327C}" srcOrd="0" destOrd="0" presId="urn:microsoft.com/office/officeart/2005/8/layout/chevron2"/>
    <dgm:cxn modelId="{0040F5F4-ED67-4CA8-8674-BF599A5A4E2D}" srcId="{B0A212B4-8D79-404E-A959-99B0823BA490}" destId="{F0C4E6B1-2E4D-40CD-833F-C299A056A7EF}" srcOrd="4" destOrd="0" parTransId="{0C998FA3-0A2C-436E-8FAF-3536F39EB652}" sibTransId="{E34FB1BB-1A6B-465B-B607-1E84ADCD91EE}"/>
    <dgm:cxn modelId="{49DD84F5-D55D-446D-84EB-86E8E31F05EE}" type="presOf" srcId="{35495477-A124-45F8-AA6A-AE7D2426B26F}" destId="{CBEF37C9-B190-41E7-BF20-886610D91C21}" srcOrd="0" destOrd="1" presId="urn:microsoft.com/office/officeart/2005/8/layout/chevron2"/>
    <dgm:cxn modelId="{B32672FB-C7D7-4F70-8275-1F499870E0F2}" srcId="{9D14A89F-0A9A-4C62-A099-F7270135CDDA}" destId="{6E01B414-2B55-45CF-9E50-EBB411D7DA9D}" srcOrd="0" destOrd="0" parTransId="{37658FA8-D52F-45D5-AD62-09AA546EC051}" sibTransId="{EF453A60-C34D-413C-B600-55CBC35C6F25}"/>
    <dgm:cxn modelId="{39387303-6776-4223-80AA-CCBD13640814}" type="presParOf" srcId="{F9E2E4A7-44AD-4B8F-BF1A-B7BA0D0047A0}" destId="{4E327290-B14D-4FFF-B1C3-9B140A08FA84}" srcOrd="0" destOrd="0" presId="urn:microsoft.com/office/officeart/2005/8/layout/chevron2"/>
    <dgm:cxn modelId="{CDFE487E-52AE-4765-8EE2-0A4237698CD8}" type="presParOf" srcId="{4E327290-B14D-4FFF-B1C3-9B140A08FA84}" destId="{7EDB8F8A-7E46-4E7B-BB66-F993FF985FEE}" srcOrd="0" destOrd="0" presId="urn:microsoft.com/office/officeart/2005/8/layout/chevron2"/>
    <dgm:cxn modelId="{AF3BCBA2-D305-4B38-9F26-D440154F1EBB}" type="presParOf" srcId="{4E327290-B14D-4FFF-B1C3-9B140A08FA84}" destId="{A9FB8658-F8F7-4B31-A4C1-9F65EEDAF536}" srcOrd="1" destOrd="0" presId="urn:microsoft.com/office/officeart/2005/8/layout/chevron2"/>
    <dgm:cxn modelId="{E704D766-558A-4C5B-865A-A5DCAD0CEDEF}" type="presParOf" srcId="{F9E2E4A7-44AD-4B8F-BF1A-B7BA0D0047A0}" destId="{3BD18F45-801D-4339-B45B-8955F58E7C53}" srcOrd="1" destOrd="0" presId="urn:microsoft.com/office/officeart/2005/8/layout/chevron2"/>
    <dgm:cxn modelId="{548EDE83-10CE-4E60-9BF4-2D422A5AE99B}" type="presParOf" srcId="{F9E2E4A7-44AD-4B8F-BF1A-B7BA0D0047A0}" destId="{A37CEC84-F7E0-40ED-A8E0-3CB6CCCB585F}" srcOrd="2" destOrd="0" presId="urn:microsoft.com/office/officeart/2005/8/layout/chevron2"/>
    <dgm:cxn modelId="{56BE1D8B-754B-43C0-B39D-2FBCAE6194DE}" type="presParOf" srcId="{A37CEC84-F7E0-40ED-A8E0-3CB6CCCB585F}" destId="{ED7628B4-FF83-4458-955E-92F483DF47CA}" srcOrd="0" destOrd="0" presId="urn:microsoft.com/office/officeart/2005/8/layout/chevron2"/>
    <dgm:cxn modelId="{DFB0E002-A0AD-4151-BFE4-D3C0E45CDF44}" type="presParOf" srcId="{A37CEC84-F7E0-40ED-A8E0-3CB6CCCB585F}" destId="{90C39274-10B6-4B52-8683-05E943D25E2D}" srcOrd="1" destOrd="0" presId="urn:microsoft.com/office/officeart/2005/8/layout/chevron2"/>
    <dgm:cxn modelId="{CFB018DC-57E1-4753-B017-840B2A8837AE}" type="presParOf" srcId="{F9E2E4A7-44AD-4B8F-BF1A-B7BA0D0047A0}" destId="{D8BCB684-50B4-40DE-B14C-2E7F5170B723}" srcOrd="3" destOrd="0" presId="urn:microsoft.com/office/officeart/2005/8/layout/chevron2"/>
    <dgm:cxn modelId="{FFD29AD0-80EA-419D-823B-B9ED7D91477D}" type="presParOf" srcId="{F9E2E4A7-44AD-4B8F-BF1A-B7BA0D0047A0}" destId="{D5F017A7-7B51-4E23-A7CC-10218916461F}" srcOrd="4" destOrd="0" presId="urn:microsoft.com/office/officeart/2005/8/layout/chevron2"/>
    <dgm:cxn modelId="{F4831076-C33F-481F-A043-329C45C39902}" type="presParOf" srcId="{D5F017A7-7B51-4E23-A7CC-10218916461F}" destId="{AE826B0B-C673-45FA-AEDE-8CF1526CD4AD}" srcOrd="0" destOrd="0" presId="urn:microsoft.com/office/officeart/2005/8/layout/chevron2"/>
    <dgm:cxn modelId="{E7E97C40-D449-498F-B407-3318B9E3C410}" type="presParOf" srcId="{D5F017A7-7B51-4E23-A7CC-10218916461F}" destId="{B6DACE12-D5A8-4C5A-9896-8D5646A29BC1}" srcOrd="1" destOrd="0" presId="urn:microsoft.com/office/officeart/2005/8/layout/chevron2"/>
    <dgm:cxn modelId="{E540878B-C477-4CEE-9EEC-0D030B53E512}" type="presParOf" srcId="{F9E2E4A7-44AD-4B8F-BF1A-B7BA0D0047A0}" destId="{D45F6447-0701-4499-B275-FE1A6B66E805}" srcOrd="5" destOrd="0" presId="urn:microsoft.com/office/officeart/2005/8/layout/chevron2"/>
    <dgm:cxn modelId="{D3BB7677-68FB-451C-930C-E19CF1AC7081}" type="presParOf" srcId="{F9E2E4A7-44AD-4B8F-BF1A-B7BA0D0047A0}" destId="{1E011239-9609-4913-A135-C6166789A010}" srcOrd="6" destOrd="0" presId="urn:microsoft.com/office/officeart/2005/8/layout/chevron2"/>
    <dgm:cxn modelId="{16C0D5E2-0DCF-4E5A-8241-9DD54E97D60F}" type="presParOf" srcId="{1E011239-9609-4913-A135-C6166789A010}" destId="{EEE5C1A1-5837-487E-AB97-70BB55E9327C}" srcOrd="0" destOrd="0" presId="urn:microsoft.com/office/officeart/2005/8/layout/chevron2"/>
    <dgm:cxn modelId="{C5EF2BD1-0A59-40C8-85C0-F7FA48F1BADA}" type="presParOf" srcId="{1E011239-9609-4913-A135-C6166789A010}" destId="{A8246A71-FA1A-4A3F-BFEF-658899758BFA}" srcOrd="1" destOrd="0" presId="urn:microsoft.com/office/officeart/2005/8/layout/chevron2"/>
    <dgm:cxn modelId="{9251D18F-7332-48A3-B620-8682F3C41C0A}" type="presParOf" srcId="{F9E2E4A7-44AD-4B8F-BF1A-B7BA0D0047A0}" destId="{82C08142-5CCD-47EB-B4DA-E77232F98741}" srcOrd="7" destOrd="0" presId="urn:microsoft.com/office/officeart/2005/8/layout/chevron2"/>
    <dgm:cxn modelId="{8C377BC0-E371-4606-876A-CD1CECB8208E}" type="presParOf" srcId="{F9E2E4A7-44AD-4B8F-BF1A-B7BA0D0047A0}" destId="{BD74D726-BBD3-4A55-88A8-C0E3B7730B1A}" srcOrd="8" destOrd="0" presId="urn:microsoft.com/office/officeart/2005/8/layout/chevron2"/>
    <dgm:cxn modelId="{B37AE9C4-0A88-4E16-BA56-E324202B2DA3}" type="presParOf" srcId="{BD74D726-BBD3-4A55-88A8-C0E3B7730B1A}" destId="{9326E1D0-A05D-41B6-B945-DBD77BD6EE4F}" srcOrd="0" destOrd="0" presId="urn:microsoft.com/office/officeart/2005/8/layout/chevron2"/>
    <dgm:cxn modelId="{E57A17AE-7E23-4F2D-AA3F-DCEB6F3DA848}" type="presParOf" srcId="{BD74D726-BBD3-4A55-88A8-C0E3B7730B1A}" destId="{CBEF37C9-B190-41E7-BF20-886610D91C21}" srcOrd="1" destOrd="0" presId="urn:microsoft.com/office/officeart/2005/8/layout/chevron2"/>
    <dgm:cxn modelId="{E523676F-3215-42C7-9A49-283030854143}" type="presParOf" srcId="{F9E2E4A7-44AD-4B8F-BF1A-B7BA0D0047A0}" destId="{7F087D06-4B34-4FA1-B5CC-22AAB0721E52}" srcOrd="9" destOrd="0" presId="urn:microsoft.com/office/officeart/2005/8/layout/chevron2"/>
    <dgm:cxn modelId="{FC0A42B6-1D09-480F-8B83-04F35B667364}" type="presParOf" srcId="{F9E2E4A7-44AD-4B8F-BF1A-B7BA0D0047A0}" destId="{4B2992C7-7A76-4C51-8B90-AE216A3F68E1}" srcOrd="10" destOrd="0" presId="urn:microsoft.com/office/officeart/2005/8/layout/chevron2"/>
    <dgm:cxn modelId="{FD7779FB-C636-4C35-9761-1FA39BE9EB4D}" type="presParOf" srcId="{4B2992C7-7A76-4C51-8B90-AE216A3F68E1}" destId="{16E8F8E1-6A38-4C1B-81FD-6D5D5B5DDF49}" srcOrd="0" destOrd="0" presId="urn:microsoft.com/office/officeart/2005/8/layout/chevron2"/>
    <dgm:cxn modelId="{9B52DBB7-FA8D-4F57-A3B7-9FB3FAC1AFE1}" type="presParOf" srcId="{4B2992C7-7A76-4C51-8B90-AE216A3F68E1}" destId="{974869C4-3246-4B81-925E-A293B82A3D15}"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A212B4-8D79-404E-A959-99B0823BA490}" type="doc">
      <dgm:prSet loTypeId="urn:microsoft.com/office/officeart/2005/8/layout/chevron2" loCatId="list" qsTypeId="urn:microsoft.com/office/officeart/2005/8/quickstyle/simple1" qsCatId="simple" csTypeId="urn:microsoft.com/office/officeart/2005/8/colors/colorful5" csCatId="colorful" phldr="1"/>
      <dgm:spPr/>
      <dgm:t>
        <a:bodyPr/>
        <a:lstStyle/>
        <a:p>
          <a:endParaRPr lang="en-US"/>
        </a:p>
      </dgm:t>
    </dgm:pt>
    <dgm:pt modelId="{BEDAA50C-5C8E-4F9B-BE05-A0EAFF9C960A}">
      <dgm:prSet phldrT="[Text]" custT="1"/>
      <dgm:spPr/>
      <dgm:t>
        <a:bodyPr/>
        <a:lstStyle/>
        <a:p>
          <a:pPr>
            <a:lnSpc>
              <a:spcPct val="100000"/>
            </a:lnSpc>
            <a:spcAft>
              <a:spcPts val="0"/>
            </a:spcAft>
          </a:pPr>
          <a:r>
            <a:rPr lang="en-US" sz="1400" b="1" dirty="0">
              <a:effectLst>
                <a:outerShdw blurRad="38100" dist="38100" dir="2700000" algn="tl">
                  <a:srgbClr val="000000">
                    <a:alpha val="43137"/>
                  </a:srgbClr>
                </a:outerShdw>
              </a:effectLst>
            </a:rPr>
            <a:t>2014</a:t>
          </a:r>
        </a:p>
        <a:p>
          <a:pPr>
            <a:lnSpc>
              <a:spcPct val="100000"/>
            </a:lnSpc>
            <a:spcAft>
              <a:spcPts val="0"/>
            </a:spcAft>
          </a:pPr>
          <a:r>
            <a:rPr lang="en-US" sz="1400" b="1" dirty="0">
              <a:effectLst>
                <a:outerShdw blurRad="38100" dist="38100" dir="2700000" algn="tl">
                  <a:srgbClr val="000000">
                    <a:alpha val="43137"/>
                  </a:srgbClr>
                </a:outerShdw>
              </a:effectLst>
            </a:rPr>
            <a:t>Java </a:t>
          </a:r>
          <a:r>
            <a:rPr lang="en-US" sz="1400" b="1" dirty="0" err="1">
              <a:effectLst>
                <a:outerShdw blurRad="38100" dist="38100" dir="2700000" algn="tl">
                  <a:srgbClr val="000000">
                    <a:alpha val="43137"/>
                  </a:srgbClr>
                </a:outerShdw>
              </a:effectLst>
            </a:rPr>
            <a:t>SE8</a:t>
          </a:r>
          <a:endParaRPr lang="en-US" sz="1400" b="1" dirty="0">
            <a:effectLst>
              <a:outerShdw blurRad="38100" dist="38100" dir="2700000" algn="tl">
                <a:srgbClr val="000000">
                  <a:alpha val="43137"/>
                </a:srgbClr>
              </a:outerShdw>
            </a:effectLst>
          </a:endParaRPr>
        </a:p>
      </dgm:t>
    </dgm:pt>
    <dgm:pt modelId="{009E0B50-6A4F-43CB-8090-46EC524689CA}" type="parTrans" cxnId="{49E6B24A-D0DA-4DE7-BB49-866FF6C50647}">
      <dgm:prSet/>
      <dgm:spPr/>
      <dgm:t>
        <a:bodyPr/>
        <a:lstStyle/>
        <a:p>
          <a:endParaRPr lang="en-US"/>
        </a:p>
      </dgm:t>
    </dgm:pt>
    <dgm:pt modelId="{1CC4308C-9857-482F-9948-9231C7CF7B83}" type="sibTrans" cxnId="{49E6B24A-D0DA-4DE7-BB49-866FF6C50647}">
      <dgm:prSet/>
      <dgm:spPr/>
      <dgm:t>
        <a:bodyPr/>
        <a:lstStyle/>
        <a:p>
          <a:endParaRPr lang="en-US"/>
        </a:p>
      </dgm:t>
    </dgm:pt>
    <dgm:pt modelId="{97E3CE9A-AB9B-45AC-B6AF-9686B61C0571}">
      <dgm:prSet phldrT="[Text]" custT="1"/>
      <dgm:spPr/>
      <dgm:t>
        <a:bodyPr/>
        <a:lstStyle/>
        <a:p>
          <a:pPr>
            <a:lnSpc>
              <a:spcPct val="100000"/>
            </a:lnSpc>
            <a:spcAft>
              <a:spcPts val="0"/>
            </a:spcAft>
          </a:pPr>
          <a:r>
            <a:rPr lang="en-US" sz="1400" b="1" dirty="0">
              <a:effectLst>
                <a:outerShdw blurRad="38100" dist="38100" dir="2700000" algn="tl">
                  <a:srgbClr val="000000">
                    <a:alpha val="43137"/>
                  </a:srgbClr>
                </a:outerShdw>
              </a:effectLst>
            </a:rPr>
            <a:t>2017</a:t>
          </a:r>
        </a:p>
        <a:p>
          <a:pPr>
            <a:lnSpc>
              <a:spcPct val="100000"/>
            </a:lnSpc>
            <a:spcAft>
              <a:spcPts val="0"/>
            </a:spcAft>
          </a:pPr>
          <a:r>
            <a:rPr lang="en-US" sz="1400" b="1" dirty="0">
              <a:effectLst>
                <a:outerShdw blurRad="38100" dist="38100" dir="2700000" algn="tl">
                  <a:srgbClr val="000000">
                    <a:alpha val="43137"/>
                  </a:srgbClr>
                </a:outerShdw>
              </a:effectLst>
            </a:rPr>
            <a:t>Java </a:t>
          </a:r>
          <a:r>
            <a:rPr lang="en-US" sz="1400" b="1" dirty="0" err="1">
              <a:effectLst>
                <a:outerShdw blurRad="38100" dist="38100" dir="2700000" algn="tl">
                  <a:srgbClr val="000000">
                    <a:alpha val="43137"/>
                  </a:srgbClr>
                </a:outerShdw>
              </a:effectLst>
            </a:rPr>
            <a:t>SE9</a:t>
          </a:r>
          <a:endParaRPr lang="en-US" sz="1400" b="1" dirty="0">
            <a:effectLst>
              <a:outerShdw blurRad="38100" dist="38100" dir="2700000" algn="tl">
                <a:srgbClr val="000000">
                  <a:alpha val="43137"/>
                </a:srgbClr>
              </a:outerShdw>
            </a:effectLst>
          </a:endParaRPr>
        </a:p>
      </dgm:t>
    </dgm:pt>
    <dgm:pt modelId="{179206BE-D355-428F-A4B5-A5B761AF1F25}" type="parTrans" cxnId="{31AE5706-C291-478C-BD2F-7AAB0F156723}">
      <dgm:prSet/>
      <dgm:spPr/>
      <dgm:t>
        <a:bodyPr/>
        <a:lstStyle/>
        <a:p>
          <a:endParaRPr lang="en-US"/>
        </a:p>
      </dgm:t>
    </dgm:pt>
    <dgm:pt modelId="{5DB2FADD-58AE-49A6-A679-C2993CDA6107}" type="sibTrans" cxnId="{31AE5706-C291-478C-BD2F-7AAB0F156723}">
      <dgm:prSet/>
      <dgm:spPr/>
      <dgm:t>
        <a:bodyPr/>
        <a:lstStyle/>
        <a:p>
          <a:endParaRPr lang="en-US"/>
        </a:p>
      </dgm:t>
    </dgm:pt>
    <dgm:pt modelId="{7C1AB8EF-1FD0-4BB7-AF04-5056F32F4FE3}">
      <dgm:prSet phldrT="[Text]" custT="1"/>
      <dgm:spPr/>
      <dgm:t>
        <a:bodyPr/>
        <a:lstStyle/>
        <a:p>
          <a:r>
            <a:rPr lang="en-US" sz="1800" dirty="0"/>
            <a:t>Was released on </a:t>
          </a:r>
          <a:r>
            <a:rPr lang="en-US" sz="1800" dirty="0" err="1"/>
            <a:t>21</a:t>
          </a:r>
          <a:r>
            <a:rPr lang="en-US" sz="1800" baseline="30000" dirty="0" err="1"/>
            <a:t>th</a:t>
          </a:r>
          <a:r>
            <a:rPr lang="en-US" sz="1800" dirty="0"/>
            <a:t>  Sep, 2017.</a:t>
          </a:r>
        </a:p>
      </dgm:t>
    </dgm:pt>
    <dgm:pt modelId="{CED3790E-E8A9-43BB-B5B6-187C19B8F823}" type="parTrans" cxnId="{74FE7808-0494-4C73-8A53-640367ACCE08}">
      <dgm:prSet/>
      <dgm:spPr/>
      <dgm:t>
        <a:bodyPr/>
        <a:lstStyle/>
        <a:p>
          <a:endParaRPr lang="en-US"/>
        </a:p>
      </dgm:t>
    </dgm:pt>
    <dgm:pt modelId="{99F1BEF5-596B-436F-AFC4-4790E9BDF9E5}" type="sibTrans" cxnId="{74FE7808-0494-4C73-8A53-640367ACCE08}">
      <dgm:prSet/>
      <dgm:spPr/>
      <dgm:t>
        <a:bodyPr/>
        <a:lstStyle/>
        <a:p>
          <a:endParaRPr lang="en-US"/>
        </a:p>
      </dgm:t>
    </dgm:pt>
    <dgm:pt modelId="{4243077B-4BE0-4A85-AB64-D84B2FAB28B5}">
      <dgm:prSet phldrT="[Text]" custT="1"/>
      <dgm:spPr/>
      <dgm:t>
        <a:bodyPr/>
        <a:lstStyle/>
        <a:p>
          <a:r>
            <a:rPr lang="en-US" sz="1800" dirty="0"/>
            <a:t>Was released on 18</a:t>
          </a:r>
          <a:r>
            <a:rPr lang="en-US" sz="1800" baseline="30000" dirty="0"/>
            <a:t>th</a:t>
          </a:r>
          <a:r>
            <a:rPr lang="en-US" sz="1800" dirty="0"/>
            <a:t> Mar, 2014.</a:t>
          </a:r>
        </a:p>
      </dgm:t>
    </dgm:pt>
    <dgm:pt modelId="{88F08091-77E6-4958-98E4-D1BC5CA39143}" type="parTrans" cxnId="{36FE610A-56E5-4761-8C48-27467E4EFDE6}">
      <dgm:prSet/>
      <dgm:spPr/>
      <dgm:t>
        <a:bodyPr/>
        <a:lstStyle/>
        <a:p>
          <a:endParaRPr lang="en-US"/>
        </a:p>
      </dgm:t>
    </dgm:pt>
    <dgm:pt modelId="{2AC91FC4-F4E3-496F-BBBA-AAA98EACB4A9}" type="sibTrans" cxnId="{36FE610A-56E5-4761-8C48-27467E4EFDE6}">
      <dgm:prSet/>
      <dgm:spPr/>
      <dgm:t>
        <a:bodyPr/>
        <a:lstStyle/>
        <a:p>
          <a:endParaRPr lang="en-US"/>
        </a:p>
      </dgm:t>
    </dgm:pt>
    <dgm:pt modelId="{0F757635-273B-459D-9A81-75DB7ACAA715}">
      <dgm:prSet phldrT="[Text]" custT="1"/>
      <dgm:spPr/>
      <dgm:t>
        <a:bodyPr/>
        <a:lstStyle/>
        <a:p>
          <a:r>
            <a:rPr lang="en-US" sz="1800" dirty="0"/>
            <a:t>Language level support for lambda expressions, default methods and new date and time API </a:t>
          </a:r>
          <a:r>
            <a:rPr lang="en-US" sz="1800" dirty="0" err="1"/>
            <a:t>inspried</a:t>
          </a:r>
          <a:r>
            <a:rPr lang="en-US" sz="1800" dirty="0"/>
            <a:t> by </a:t>
          </a:r>
          <a:r>
            <a:rPr lang="en-US" sz="1800" dirty="0" err="1"/>
            <a:t>Joda</a:t>
          </a:r>
          <a:r>
            <a:rPr lang="en-US" sz="1800" dirty="0"/>
            <a:t> Time</a:t>
          </a:r>
        </a:p>
      </dgm:t>
    </dgm:pt>
    <dgm:pt modelId="{134E59E6-FF78-4943-AE05-0F06E32D6F6C}" type="parTrans" cxnId="{2562840C-36EF-4CD8-B214-D67D6DA80240}">
      <dgm:prSet/>
      <dgm:spPr/>
      <dgm:t>
        <a:bodyPr/>
        <a:lstStyle/>
        <a:p>
          <a:endParaRPr lang="en-US"/>
        </a:p>
      </dgm:t>
    </dgm:pt>
    <dgm:pt modelId="{51AECBCB-6790-42B9-8DC2-F677A33E7920}" type="sibTrans" cxnId="{2562840C-36EF-4CD8-B214-D67D6DA80240}">
      <dgm:prSet/>
      <dgm:spPr/>
      <dgm:t>
        <a:bodyPr/>
        <a:lstStyle/>
        <a:p>
          <a:endParaRPr lang="en-US"/>
        </a:p>
      </dgm:t>
    </dgm:pt>
    <dgm:pt modelId="{AFA9ECED-8A84-4F23-8A0B-2E0ECC37EBB0}">
      <dgm:prSet phldrT="[Text]" custT="1"/>
      <dgm:spPr/>
      <dgm:t>
        <a:bodyPr/>
        <a:lstStyle/>
        <a:p>
          <a:r>
            <a:rPr lang="en-US" sz="1800" dirty="0"/>
            <a:t>Projects Jigsaw: designing and implementing a standard, module system for the Java SE platform, and to apply that systems to the platform itself and the </a:t>
          </a:r>
          <a:r>
            <a:rPr lang="en-US" sz="1800" dirty="0" err="1"/>
            <a:t>JDK</a:t>
          </a:r>
          <a:endParaRPr lang="en-US" sz="1800" dirty="0"/>
        </a:p>
      </dgm:t>
    </dgm:pt>
    <dgm:pt modelId="{EA6AB34D-EEB6-4EDA-8ABA-F31E2E8A076D}" type="parTrans" cxnId="{AB0B479B-6BB2-4B1F-81A0-761F61791E82}">
      <dgm:prSet/>
      <dgm:spPr/>
      <dgm:t>
        <a:bodyPr/>
        <a:lstStyle/>
        <a:p>
          <a:endParaRPr lang="en-US"/>
        </a:p>
      </dgm:t>
    </dgm:pt>
    <dgm:pt modelId="{F6B19DFC-A190-4DBD-8DE1-395EA148075D}" type="sibTrans" cxnId="{AB0B479B-6BB2-4B1F-81A0-761F61791E82}">
      <dgm:prSet/>
      <dgm:spPr/>
      <dgm:t>
        <a:bodyPr/>
        <a:lstStyle/>
        <a:p>
          <a:endParaRPr lang="en-US"/>
        </a:p>
      </dgm:t>
    </dgm:pt>
    <dgm:pt modelId="{3174A291-794F-4B3D-A22C-6C87FFB5489F}">
      <dgm:prSet phldrT="[Text]" custT="1"/>
      <dgm:spPr/>
      <dgm:t>
        <a:bodyPr/>
        <a:lstStyle/>
        <a:p>
          <a:pPr>
            <a:lnSpc>
              <a:spcPct val="100000"/>
            </a:lnSpc>
            <a:spcAft>
              <a:spcPts val="0"/>
            </a:spcAft>
          </a:pPr>
          <a:r>
            <a:rPr lang="en-US" sz="1400" b="1" dirty="0">
              <a:effectLst>
                <a:outerShdw blurRad="38100" dist="38100" dir="2700000" algn="tl">
                  <a:srgbClr val="000000">
                    <a:alpha val="43137"/>
                  </a:srgbClr>
                </a:outerShdw>
              </a:effectLst>
            </a:rPr>
            <a:t>2018</a:t>
          </a:r>
        </a:p>
        <a:p>
          <a:pPr>
            <a:lnSpc>
              <a:spcPct val="100000"/>
            </a:lnSpc>
            <a:spcAft>
              <a:spcPts val="0"/>
            </a:spcAft>
          </a:pPr>
          <a:r>
            <a:rPr lang="en-US" sz="1400" b="1" dirty="0">
              <a:effectLst>
                <a:outerShdw blurRad="38100" dist="38100" dir="2700000" algn="tl">
                  <a:srgbClr val="000000">
                    <a:alpha val="43137"/>
                  </a:srgbClr>
                </a:outerShdw>
              </a:effectLst>
            </a:rPr>
            <a:t>Java SE 10</a:t>
          </a:r>
        </a:p>
      </dgm:t>
    </dgm:pt>
    <dgm:pt modelId="{A9EC7E57-84F5-4808-AB94-EA23C53A92F1}" type="parTrans" cxnId="{A7308659-33A0-459D-9050-B12AF6146A70}">
      <dgm:prSet/>
      <dgm:spPr/>
      <dgm:t>
        <a:bodyPr/>
        <a:lstStyle/>
        <a:p>
          <a:endParaRPr lang="en-US"/>
        </a:p>
      </dgm:t>
    </dgm:pt>
    <dgm:pt modelId="{849DCCEE-A77E-48CD-B752-E5EFB0467722}" type="sibTrans" cxnId="{A7308659-33A0-459D-9050-B12AF6146A70}">
      <dgm:prSet/>
      <dgm:spPr/>
      <dgm:t>
        <a:bodyPr/>
        <a:lstStyle/>
        <a:p>
          <a:endParaRPr lang="en-US"/>
        </a:p>
      </dgm:t>
    </dgm:pt>
    <dgm:pt modelId="{3DC62F54-671C-442C-B11B-08296143B21E}">
      <dgm:prSet phldrT="[Text]" custT="1"/>
      <dgm:spPr/>
      <dgm:t>
        <a:bodyPr/>
        <a:lstStyle/>
        <a:p>
          <a:r>
            <a:rPr lang="en-US" sz="1800" dirty="0"/>
            <a:t>Was released on 20</a:t>
          </a:r>
          <a:r>
            <a:rPr lang="en-US" sz="1800" baseline="30000" dirty="0"/>
            <a:t>th</a:t>
          </a:r>
          <a:r>
            <a:rPr lang="en-US" sz="1800" dirty="0"/>
            <a:t> Mar, 2018</a:t>
          </a:r>
        </a:p>
      </dgm:t>
    </dgm:pt>
    <dgm:pt modelId="{F600F71D-47E4-466D-B7C0-CC2D2D0C66C4}" type="parTrans" cxnId="{ABA08541-9E86-4F7F-BA68-E2200390932D}">
      <dgm:prSet/>
      <dgm:spPr/>
      <dgm:t>
        <a:bodyPr/>
        <a:lstStyle/>
        <a:p>
          <a:endParaRPr lang="en-US"/>
        </a:p>
      </dgm:t>
    </dgm:pt>
    <dgm:pt modelId="{24060CEA-4C30-41CB-A80C-6D31842D8564}" type="sibTrans" cxnId="{ABA08541-9E86-4F7F-BA68-E2200390932D}">
      <dgm:prSet/>
      <dgm:spPr/>
      <dgm:t>
        <a:bodyPr/>
        <a:lstStyle/>
        <a:p>
          <a:endParaRPr lang="en-US"/>
        </a:p>
      </dgm:t>
    </dgm:pt>
    <dgm:pt modelId="{F8165313-15C4-4DCF-932D-276EF7A832A2}">
      <dgm:prSet phldrT="[Text]" custT="1"/>
      <dgm:spPr/>
      <dgm:t>
        <a:bodyPr/>
        <a:lstStyle/>
        <a:p>
          <a:r>
            <a:rPr lang="en-US" sz="1800" dirty="0"/>
            <a:t>Contains addition like additional Unicode  language-tag  </a:t>
          </a:r>
          <a:r>
            <a:rPr lang="en-US" sz="1800" dirty="0" err="1"/>
            <a:t>extenstions</a:t>
          </a:r>
          <a:r>
            <a:rPr lang="en-US" sz="1800" dirty="0"/>
            <a:t> , Root certificates, Thread-local handshakes, Heap allocation on alternative memory devices.</a:t>
          </a:r>
        </a:p>
      </dgm:t>
    </dgm:pt>
    <dgm:pt modelId="{B4D7AAF7-760C-4AB3-B269-9A542FE7D5CC}" type="parTrans" cxnId="{A7C311DF-2BB7-4F9B-841E-13994F5413FF}">
      <dgm:prSet/>
      <dgm:spPr/>
      <dgm:t>
        <a:bodyPr/>
        <a:lstStyle/>
        <a:p>
          <a:endParaRPr lang="en-US"/>
        </a:p>
      </dgm:t>
    </dgm:pt>
    <dgm:pt modelId="{35D952A8-616E-43E3-A0CB-FF4557B47F15}" type="sibTrans" cxnId="{A7C311DF-2BB7-4F9B-841E-13994F5413FF}">
      <dgm:prSet/>
      <dgm:spPr/>
      <dgm:t>
        <a:bodyPr/>
        <a:lstStyle/>
        <a:p>
          <a:endParaRPr lang="en-US"/>
        </a:p>
      </dgm:t>
    </dgm:pt>
    <dgm:pt modelId="{F59EBEAC-EE9B-49E3-A896-1B0D8743CAED}">
      <dgm:prSet phldrT="[Text]" custT="1"/>
      <dgm:spPr/>
      <dgm:t>
        <a:bodyPr/>
        <a:lstStyle/>
        <a:p>
          <a:r>
            <a:rPr lang="en-US" sz="1400" b="1" dirty="0">
              <a:effectLst>
                <a:outerShdw blurRad="38100" dist="38100" dir="2700000" algn="tl">
                  <a:srgbClr val="000000">
                    <a:alpha val="43137"/>
                  </a:srgbClr>
                </a:outerShdw>
              </a:effectLst>
            </a:rPr>
            <a:t>2018</a:t>
          </a:r>
        </a:p>
        <a:p>
          <a:r>
            <a:rPr lang="en-US" sz="1400" b="1" dirty="0">
              <a:effectLst>
                <a:outerShdw blurRad="38100" dist="38100" dir="2700000" algn="tl">
                  <a:srgbClr val="000000">
                    <a:alpha val="43137"/>
                  </a:srgbClr>
                </a:outerShdw>
              </a:effectLst>
            </a:rPr>
            <a:t>Java SE 11</a:t>
          </a:r>
          <a:endParaRPr lang="en-US" sz="1400" dirty="0"/>
        </a:p>
      </dgm:t>
    </dgm:pt>
    <dgm:pt modelId="{1D8D89C9-D33D-43D2-8AE3-CAEA600FCA15}" type="parTrans" cxnId="{6AC3D280-E372-4F28-8B65-6513B7B2245A}">
      <dgm:prSet/>
      <dgm:spPr/>
      <dgm:t>
        <a:bodyPr/>
        <a:lstStyle/>
        <a:p>
          <a:endParaRPr lang="en-US"/>
        </a:p>
      </dgm:t>
    </dgm:pt>
    <dgm:pt modelId="{5A85BE5D-3529-4B2F-93A2-51A8EA2BB880}" type="sibTrans" cxnId="{6AC3D280-E372-4F28-8B65-6513B7B2245A}">
      <dgm:prSet/>
      <dgm:spPr/>
      <dgm:t>
        <a:bodyPr/>
        <a:lstStyle/>
        <a:p>
          <a:endParaRPr lang="en-US"/>
        </a:p>
      </dgm:t>
    </dgm:pt>
    <dgm:pt modelId="{58BCA0F0-F67A-4BB5-A71D-328DF93A11E9}">
      <dgm:prSet phldrT="[Text]" custT="1"/>
      <dgm:spPr/>
      <dgm:t>
        <a:bodyPr/>
        <a:lstStyle/>
        <a:p>
          <a:r>
            <a:rPr lang="en-US" sz="1800" dirty="0"/>
            <a:t>Was released on 25</a:t>
          </a:r>
          <a:r>
            <a:rPr lang="en-US" sz="1800" baseline="30000" dirty="0"/>
            <a:t>th</a:t>
          </a:r>
          <a:r>
            <a:rPr lang="en-US" sz="1800" dirty="0"/>
            <a:t> Sep, 2018</a:t>
          </a:r>
        </a:p>
      </dgm:t>
    </dgm:pt>
    <dgm:pt modelId="{7FAA492A-9844-4E30-9F29-0361132D91EA}" type="parTrans" cxnId="{0D24B5A0-216E-46CB-B806-8AB040BBDC34}">
      <dgm:prSet/>
      <dgm:spPr/>
      <dgm:t>
        <a:bodyPr/>
        <a:lstStyle/>
        <a:p>
          <a:endParaRPr lang="en-US"/>
        </a:p>
      </dgm:t>
    </dgm:pt>
    <dgm:pt modelId="{43B774B3-4ACC-42DE-BA00-3FC706726C16}" type="sibTrans" cxnId="{0D24B5A0-216E-46CB-B806-8AB040BBDC34}">
      <dgm:prSet/>
      <dgm:spPr/>
      <dgm:t>
        <a:bodyPr/>
        <a:lstStyle/>
        <a:p>
          <a:endParaRPr lang="en-US"/>
        </a:p>
      </dgm:t>
    </dgm:pt>
    <dgm:pt modelId="{CA556551-466D-49DF-A4A7-569567DCA08D}">
      <dgm:prSet phldrT="[Text]" custT="1"/>
      <dgm:spPr/>
      <dgm:t>
        <a:bodyPr/>
        <a:lstStyle/>
        <a:p>
          <a:r>
            <a:rPr lang="en-US" sz="1800" dirty="0"/>
            <a:t>Contains addition like Dynamic class-file constant, Epsilon: a no-op garbage collector, local-variable syntax for lambda parameters, Low-</a:t>
          </a:r>
          <a:r>
            <a:rPr lang="en-US" sz="1800" dirty="0" err="1"/>
            <a:t>overheap</a:t>
          </a:r>
          <a:r>
            <a:rPr lang="en-US" sz="1800" dirty="0"/>
            <a:t> heap profiling.</a:t>
          </a:r>
        </a:p>
      </dgm:t>
    </dgm:pt>
    <dgm:pt modelId="{0505CDEE-ED9C-4B57-A48F-2D0307528C9E}" type="parTrans" cxnId="{2F805AD0-417F-4063-A1F0-EA0D9166EC2D}">
      <dgm:prSet/>
      <dgm:spPr/>
      <dgm:t>
        <a:bodyPr/>
        <a:lstStyle/>
        <a:p>
          <a:endParaRPr lang="en-US"/>
        </a:p>
      </dgm:t>
    </dgm:pt>
    <dgm:pt modelId="{27CE548E-CE7F-4CC9-B8E5-9D27F756B73B}" type="sibTrans" cxnId="{2F805AD0-417F-4063-A1F0-EA0D9166EC2D}">
      <dgm:prSet/>
      <dgm:spPr/>
      <dgm:t>
        <a:bodyPr/>
        <a:lstStyle/>
        <a:p>
          <a:endParaRPr lang="en-US"/>
        </a:p>
      </dgm:t>
    </dgm:pt>
    <dgm:pt modelId="{D8718540-E473-4B02-B5AC-0347DD418678}">
      <dgm:prSet phldrT="[Text]" custT="1"/>
      <dgm:spPr/>
      <dgm:t>
        <a:bodyPr/>
        <a:lstStyle/>
        <a:p>
          <a:r>
            <a:rPr lang="en-US" sz="1400" b="1" dirty="0">
              <a:effectLst>
                <a:outerShdw blurRad="38100" dist="38100" dir="2700000" algn="tl">
                  <a:srgbClr val="000000">
                    <a:alpha val="43137"/>
                  </a:srgbClr>
                </a:outerShdw>
              </a:effectLst>
            </a:rPr>
            <a:t>2019</a:t>
          </a:r>
        </a:p>
        <a:p>
          <a:r>
            <a:rPr lang="en-US" sz="1400" b="1" dirty="0">
              <a:effectLst>
                <a:outerShdw blurRad="38100" dist="38100" dir="2700000" algn="tl">
                  <a:srgbClr val="000000">
                    <a:alpha val="43137"/>
                  </a:srgbClr>
                </a:outerShdw>
              </a:effectLst>
            </a:rPr>
            <a:t>Java SE 12</a:t>
          </a:r>
          <a:endParaRPr lang="en-US" sz="1400" dirty="0"/>
        </a:p>
      </dgm:t>
    </dgm:pt>
    <dgm:pt modelId="{D4ECD507-AA16-4149-A284-FE7DB6AC0A0B}" type="parTrans" cxnId="{3B2EB675-4A45-4FD9-9656-3ADE10103144}">
      <dgm:prSet/>
      <dgm:spPr/>
      <dgm:t>
        <a:bodyPr/>
        <a:lstStyle/>
        <a:p>
          <a:endParaRPr lang="en-US"/>
        </a:p>
      </dgm:t>
    </dgm:pt>
    <dgm:pt modelId="{0CA5E625-D20E-4D6F-AD1C-398D05FA1FAB}" type="sibTrans" cxnId="{3B2EB675-4A45-4FD9-9656-3ADE10103144}">
      <dgm:prSet/>
      <dgm:spPr/>
      <dgm:t>
        <a:bodyPr/>
        <a:lstStyle/>
        <a:p>
          <a:endParaRPr lang="en-US"/>
        </a:p>
      </dgm:t>
    </dgm:pt>
    <dgm:pt modelId="{A2149174-5CAB-4991-A5D9-594C7E79B778}">
      <dgm:prSet phldrT="[Text]" custT="1"/>
      <dgm:spPr/>
      <dgm:t>
        <a:bodyPr/>
        <a:lstStyle/>
        <a:p>
          <a:r>
            <a:rPr lang="en-US" sz="1800" dirty="0"/>
            <a:t>Was released on 19</a:t>
          </a:r>
          <a:r>
            <a:rPr lang="en-US" sz="1800" baseline="30000" dirty="0"/>
            <a:t>th</a:t>
          </a:r>
          <a:r>
            <a:rPr lang="en-US" sz="1800" dirty="0"/>
            <a:t> Mar, 2019</a:t>
          </a:r>
        </a:p>
      </dgm:t>
    </dgm:pt>
    <dgm:pt modelId="{9A8D8CBC-AD1C-4F60-A2F5-E36176BABE55}" type="parTrans" cxnId="{6E302ECE-0CF9-4BA1-94E7-28DB45C3D281}">
      <dgm:prSet/>
      <dgm:spPr/>
      <dgm:t>
        <a:bodyPr/>
        <a:lstStyle/>
        <a:p>
          <a:endParaRPr lang="en-US"/>
        </a:p>
      </dgm:t>
    </dgm:pt>
    <dgm:pt modelId="{43BD8E7B-BD63-4B6B-BB97-4C2032822604}" type="sibTrans" cxnId="{6E302ECE-0CF9-4BA1-94E7-28DB45C3D281}">
      <dgm:prSet/>
      <dgm:spPr/>
      <dgm:t>
        <a:bodyPr/>
        <a:lstStyle/>
        <a:p>
          <a:endParaRPr lang="en-US"/>
        </a:p>
      </dgm:t>
    </dgm:pt>
    <dgm:pt modelId="{3C8455D0-EFC9-46E9-B624-CCC55AE1EE25}">
      <dgm:prSet phldrT="[Text]" custT="1"/>
      <dgm:spPr/>
      <dgm:t>
        <a:bodyPr/>
        <a:lstStyle/>
        <a:p>
          <a:r>
            <a:rPr lang="en-US" sz="1800" dirty="0"/>
            <a:t>Contains addition like Shenandoah: a Low-Pause-Time Garbage Collector (Experimental) </a:t>
          </a:r>
          <a:r>
            <a:rPr lang="en-US" sz="1800" dirty="0" err="1"/>
            <a:t>Microbenchmark</a:t>
          </a:r>
          <a:r>
            <a:rPr lang="en-US" sz="1800" dirty="0"/>
            <a:t> Suite, Switch Expressions (Preview), </a:t>
          </a:r>
          <a:r>
            <a:rPr lang="en-US" sz="1800" dirty="0" err="1"/>
            <a:t>JVM</a:t>
          </a:r>
          <a:r>
            <a:rPr lang="en-US" sz="1800" dirty="0"/>
            <a:t> constants API.</a:t>
          </a:r>
        </a:p>
      </dgm:t>
    </dgm:pt>
    <dgm:pt modelId="{92C34601-2DC7-4F7F-8006-60660C00EF33}" type="parTrans" cxnId="{FCE275A5-EC32-48B6-A22A-45A6D4E49E5F}">
      <dgm:prSet/>
      <dgm:spPr/>
      <dgm:t>
        <a:bodyPr/>
        <a:lstStyle/>
        <a:p>
          <a:endParaRPr lang="en-US"/>
        </a:p>
      </dgm:t>
    </dgm:pt>
    <dgm:pt modelId="{1609E60E-F0A7-4E92-9A6B-A19ACB8CB7C1}" type="sibTrans" cxnId="{FCE275A5-EC32-48B6-A22A-45A6D4E49E5F}">
      <dgm:prSet/>
      <dgm:spPr/>
      <dgm:t>
        <a:bodyPr/>
        <a:lstStyle/>
        <a:p>
          <a:endParaRPr lang="en-US"/>
        </a:p>
      </dgm:t>
    </dgm:pt>
    <dgm:pt modelId="{9D14A89F-0A9A-4C62-A099-F7270135CDDA}">
      <dgm:prSet phldrT="[Text]" custT="1"/>
      <dgm:spPr/>
      <dgm:t>
        <a:bodyPr/>
        <a:lstStyle/>
        <a:p>
          <a:pPr>
            <a:lnSpc>
              <a:spcPct val="100000"/>
            </a:lnSpc>
            <a:spcAft>
              <a:spcPts val="0"/>
            </a:spcAft>
          </a:pPr>
          <a:r>
            <a:rPr lang="en-US" sz="1400" b="1" dirty="0">
              <a:effectLst>
                <a:outerShdw blurRad="38100" dist="38100" dir="2700000" algn="tl">
                  <a:srgbClr val="000000">
                    <a:alpha val="43137"/>
                  </a:srgbClr>
                </a:outerShdw>
              </a:effectLst>
            </a:rPr>
            <a:t>2011 </a:t>
          </a:r>
        </a:p>
        <a:p>
          <a:pPr>
            <a:lnSpc>
              <a:spcPct val="100000"/>
            </a:lnSpc>
            <a:spcAft>
              <a:spcPts val="0"/>
            </a:spcAft>
          </a:pPr>
          <a:r>
            <a:rPr lang="en-US" sz="1400" b="1" dirty="0">
              <a:effectLst>
                <a:outerShdw blurRad="38100" dist="38100" dir="2700000" algn="tl">
                  <a:srgbClr val="000000">
                    <a:alpha val="43137"/>
                  </a:srgbClr>
                </a:outerShdw>
              </a:effectLst>
            </a:rPr>
            <a:t>Java </a:t>
          </a:r>
          <a:r>
            <a:rPr lang="en-US" sz="1400" b="1" dirty="0" err="1">
              <a:effectLst>
                <a:outerShdw blurRad="38100" dist="38100" dir="2700000" algn="tl">
                  <a:srgbClr val="000000">
                    <a:alpha val="43137"/>
                  </a:srgbClr>
                </a:outerShdw>
              </a:effectLst>
            </a:rPr>
            <a:t>SE7</a:t>
          </a:r>
          <a:endParaRPr lang="en-US" sz="1400" b="1" dirty="0">
            <a:effectLst>
              <a:outerShdw blurRad="38100" dist="38100" dir="2700000" algn="tl">
                <a:srgbClr val="000000">
                  <a:alpha val="43137"/>
                </a:srgbClr>
              </a:outerShdw>
            </a:effectLst>
          </a:endParaRPr>
        </a:p>
      </dgm:t>
    </dgm:pt>
    <dgm:pt modelId="{6253F33D-7D2E-4505-AD0A-2224F6941BB3}" type="sibTrans" cxnId="{E2FDA9AB-C666-4A91-8127-C1CE631BFE59}">
      <dgm:prSet/>
      <dgm:spPr/>
      <dgm:t>
        <a:bodyPr/>
        <a:lstStyle/>
        <a:p>
          <a:endParaRPr lang="en-US"/>
        </a:p>
      </dgm:t>
    </dgm:pt>
    <dgm:pt modelId="{EFE02213-36A8-4848-82FF-4C950F27BE94}" type="parTrans" cxnId="{E2FDA9AB-C666-4A91-8127-C1CE631BFE59}">
      <dgm:prSet/>
      <dgm:spPr/>
      <dgm:t>
        <a:bodyPr/>
        <a:lstStyle/>
        <a:p>
          <a:endParaRPr lang="en-US"/>
        </a:p>
      </dgm:t>
    </dgm:pt>
    <dgm:pt modelId="{41EE24A9-40F3-43B8-82E1-F38C9F620A9C}">
      <dgm:prSet custT="1"/>
      <dgm:spPr/>
      <dgm:t>
        <a:bodyPr/>
        <a:lstStyle/>
        <a:p>
          <a:r>
            <a:rPr lang="en-US" sz="1800" dirty="0"/>
            <a:t>Add small language changes including string in switch. The </a:t>
          </a:r>
          <a:r>
            <a:rPr lang="en-US" sz="1800" dirty="0" err="1"/>
            <a:t>JVM</a:t>
          </a:r>
          <a:r>
            <a:rPr lang="en-US" sz="1800" dirty="0"/>
            <a:t> was extended with support for dynamic languages</a:t>
          </a:r>
        </a:p>
      </dgm:t>
    </dgm:pt>
    <dgm:pt modelId="{EB359516-D749-4E0E-96A0-3F2AF91C20E6}" type="sibTrans" cxnId="{31194582-3C4F-4318-84F4-3B6E9CEA996A}">
      <dgm:prSet/>
      <dgm:spPr/>
      <dgm:t>
        <a:bodyPr/>
        <a:lstStyle/>
        <a:p>
          <a:endParaRPr lang="en-US"/>
        </a:p>
      </dgm:t>
    </dgm:pt>
    <dgm:pt modelId="{0B7C05AA-CBC1-41F7-A520-8ED63037A1D3}" type="parTrans" cxnId="{31194582-3C4F-4318-84F4-3B6E9CEA996A}">
      <dgm:prSet/>
      <dgm:spPr/>
      <dgm:t>
        <a:bodyPr/>
        <a:lstStyle/>
        <a:p>
          <a:endParaRPr lang="en-US"/>
        </a:p>
      </dgm:t>
    </dgm:pt>
    <dgm:pt modelId="{6E01B414-2B55-45CF-9E50-EBB411D7DA9D}">
      <dgm:prSet phldrT="[Text]" custT="1"/>
      <dgm:spPr/>
      <dgm:t>
        <a:bodyPr/>
        <a:lstStyle/>
        <a:p>
          <a:r>
            <a:rPr lang="en-US" sz="1800" dirty="0"/>
            <a:t>Was given a codename “</a:t>
          </a:r>
          <a:r>
            <a:rPr lang="en-US" sz="1800" dirty="0" err="1"/>
            <a:t>Dophin</a:t>
          </a:r>
          <a:r>
            <a:rPr lang="en-US" sz="1800" dirty="0"/>
            <a:t>” and was released on 7th July, 2011</a:t>
          </a:r>
        </a:p>
      </dgm:t>
    </dgm:pt>
    <dgm:pt modelId="{EF453A60-C34D-413C-B600-55CBC35C6F25}" type="sibTrans" cxnId="{B32672FB-C7D7-4F70-8275-1F499870E0F2}">
      <dgm:prSet/>
      <dgm:spPr/>
      <dgm:t>
        <a:bodyPr/>
        <a:lstStyle/>
        <a:p>
          <a:endParaRPr lang="en-US"/>
        </a:p>
      </dgm:t>
    </dgm:pt>
    <dgm:pt modelId="{37658FA8-D52F-45D5-AD62-09AA546EC051}" type="parTrans" cxnId="{B32672FB-C7D7-4F70-8275-1F499870E0F2}">
      <dgm:prSet/>
      <dgm:spPr/>
      <dgm:t>
        <a:bodyPr/>
        <a:lstStyle/>
        <a:p>
          <a:endParaRPr lang="en-US"/>
        </a:p>
      </dgm:t>
    </dgm:pt>
    <dgm:pt modelId="{F9E2E4A7-44AD-4B8F-BF1A-B7BA0D0047A0}" type="pres">
      <dgm:prSet presAssocID="{B0A212B4-8D79-404E-A959-99B0823BA490}" presName="linearFlow" presStyleCnt="0">
        <dgm:presLayoutVars>
          <dgm:dir/>
          <dgm:animLvl val="lvl"/>
          <dgm:resizeHandles val="exact"/>
        </dgm:presLayoutVars>
      </dgm:prSet>
      <dgm:spPr/>
    </dgm:pt>
    <dgm:pt modelId="{4E327290-B14D-4FFF-B1C3-9B140A08FA84}" type="pres">
      <dgm:prSet presAssocID="{9D14A89F-0A9A-4C62-A099-F7270135CDDA}" presName="composite" presStyleCnt="0"/>
      <dgm:spPr/>
    </dgm:pt>
    <dgm:pt modelId="{7EDB8F8A-7E46-4E7B-BB66-F993FF985FEE}" type="pres">
      <dgm:prSet presAssocID="{9D14A89F-0A9A-4C62-A099-F7270135CDDA}" presName="parentText" presStyleLbl="alignNode1" presStyleIdx="0" presStyleCnt="6">
        <dgm:presLayoutVars>
          <dgm:chMax val="1"/>
          <dgm:bulletEnabled val="1"/>
        </dgm:presLayoutVars>
      </dgm:prSet>
      <dgm:spPr/>
    </dgm:pt>
    <dgm:pt modelId="{A9FB8658-F8F7-4B31-A4C1-9F65EEDAF536}" type="pres">
      <dgm:prSet presAssocID="{9D14A89F-0A9A-4C62-A099-F7270135CDDA}" presName="descendantText" presStyleLbl="alignAcc1" presStyleIdx="0" presStyleCnt="6" custScaleX="98375" custScaleY="162975" custLinFactNeighborX="-675">
        <dgm:presLayoutVars>
          <dgm:bulletEnabled val="1"/>
        </dgm:presLayoutVars>
      </dgm:prSet>
      <dgm:spPr/>
    </dgm:pt>
    <dgm:pt modelId="{3BD18F45-801D-4339-B45B-8955F58E7C53}" type="pres">
      <dgm:prSet presAssocID="{6253F33D-7D2E-4505-AD0A-2224F6941BB3}" presName="sp" presStyleCnt="0"/>
      <dgm:spPr/>
    </dgm:pt>
    <dgm:pt modelId="{A37CEC84-F7E0-40ED-A8E0-3CB6CCCB585F}" type="pres">
      <dgm:prSet presAssocID="{BEDAA50C-5C8E-4F9B-BE05-A0EAFF9C960A}" presName="composite" presStyleCnt="0"/>
      <dgm:spPr/>
    </dgm:pt>
    <dgm:pt modelId="{ED7628B4-FF83-4458-955E-92F483DF47CA}" type="pres">
      <dgm:prSet presAssocID="{BEDAA50C-5C8E-4F9B-BE05-A0EAFF9C960A}" presName="parentText" presStyleLbl="alignNode1" presStyleIdx="1" presStyleCnt="6">
        <dgm:presLayoutVars>
          <dgm:chMax val="1"/>
          <dgm:bulletEnabled val="1"/>
        </dgm:presLayoutVars>
      </dgm:prSet>
      <dgm:spPr/>
    </dgm:pt>
    <dgm:pt modelId="{90C39274-10B6-4B52-8683-05E943D25E2D}" type="pres">
      <dgm:prSet presAssocID="{BEDAA50C-5C8E-4F9B-BE05-A0EAFF9C960A}" presName="descendantText" presStyleLbl="alignAcc1" presStyleIdx="1" presStyleCnt="6" custScaleY="122477" custLinFactNeighborY="12862">
        <dgm:presLayoutVars>
          <dgm:bulletEnabled val="1"/>
        </dgm:presLayoutVars>
      </dgm:prSet>
      <dgm:spPr/>
    </dgm:pt>
    <dgm:pt modelId="{D8BCB684-50B4-40DE-B14C-2E7F5170B723}" type="pres">
      <dgm:prSet presAssocID="{1CC4308C-9857-482F-9948-9231C7CF7B83}" presName="sp" presStyleCnt="0"/>
      <dgm:spPr/>
    </dgm:pt>
    <dgm:pt modelId="{D5F017A7-7B51-4E23-A7CC-10218916461F}" type="pres">
      <dgm:prSet presAssocID="{97E3CE9A-AB9B-45AC-B6AF-9686B61C0571}" presName="composite" presStyleCnt="0"/>
      <dgm:spPr/>
    </dgm:pt>
    <dgm:pt modelId="{AE826B0B-C673-45FA-AEDE-8CF1526CD4AD}" type="pres">
      <dgm:prSet presAssocID="{97E3CE9A-AB9B-45AC-B6AF-9686B61C0571}" presName="parentText" presStyleLbl="alignNode1" presStyleIdx="2" presStyleCnt="6">
        <dgm:presLayoutVars>
          <dgm:chMax val="1"/>
          <dgm:bulletEnabled val="1"/>
        </dgm:presLayoutVars>
      </dgm:prSet>
      <dgm:spPr/>
    </dgm:pt>
    <dgm:pt modelId="{B6DACE12-D5A8-4C5A-9896-8D5646A29BC1}" type="pres">
      <dgm:prSet presAssocID="{97E3CE9A-AB9B-45AC-B6AF-9686B61C0571}" presName="descendantText" presStyleLbl="alignAcc1" presStyleIdx="2" presStyleCnt="6" custScaleY="152522" custLinFactNeighborY="3284">
        <dgm:presLayoutVars>
          <dgm:bulletEnabled val="1"/>
        </dgm:presLayoutVars>
      </dgm:prSet>
      <dgm:spPr/>
    </dgm:pt>
    <dgm:pt modelId="{D45F6447-0701-4499-B275-FE1A6B66E805}" type="pres">
      <dgm:prSet presAssocID="{5DB2FADD-58AE-49A6-A679-C2993CDA6107}" presName="sp" presStyleCnt="0"/>
      <dgm:spPr/>
    </dgm:pt>
    <dgm:pt modelId="{1E011239-9609-4913-A135-C6166789A010}" type="pres">
      <dgm:prSet presAssocID="{3174A291-794F-4B3D-A22C-6C87FFB5489F}" presName="composite" presStyleCnt="0"/>
      <dgm:spPr/>
    </dgm:pt>
    <dgm:pt modelId="{EEE5C1A1-5837-487E-AB97-70BB55E9327C}" type="pres">
      <dgm:prSet presAssocID="{3174A291-794F-4B3D-A22C-6C87FFB5489F}" presName="parentText" presStyleLbl="alignNode1" presStyleIdx="3" presStyleCnt="6" custScaleY="126117">
        <dgm:presLayoutVars>
          <dgm:chMax val="1"/>
          <dgm:bulletEnabled val="1"/>
        </dgm:presLayoutVars>
      </dgm:prSet>
      <dgm:spPr/>
    </dgm:pt>
    <dgm:pt modelId="{A8246A71-FA1A-4A3F-BFEF-658899758BFA}" type="pres">
      <dgm:prSet presAssocID="{3174A291-794F-4B3D-A22C-6C87FFB5489F}" presName="descendantText" presStyleLbl="alignAcc1" presStyleIdx="3" presStyleCnt="6" custScaleY="161739" custLinFactNeighborY="9738">
        <dgm:presLayoutVars>
          <dgm:bulletEnabled val="1"/>
        </dgm:presLayoutVars>
      </dgm:prSet>
      <dgm:spPr/>
    </dgm:pt>
    <dgm:pt modelId="{82C08142-5CCD-47EB-B4DA-E77232F98741}" type="pres">
      <dgm:prSet presAssocID="{849DCCEE-A77E-48CD-B752-E5EFB0467722}" presName="sp" presStyleCnt="0"/>
      <dgm:spPr/>
    </dgm:pt>
    <dgm:pt modelId="{8C612B38-E511-40F6-B7EF-BABDBEF8158B}" type="pres">
      <dgm:prSet presAssocID="{F59EBEAC-EE9B-49E3-A896-1B0D8743CAED}" presName="composite" presStyleCnt="0"/>
      <dgm:spPr/>
    </dgm:pt>
    <dgm:pt modelId="{9F8D7336-72D4-4056-A9B3-B647D16F3C73}" type="pres">
      <dgm:prSet presAssocID="{F59EBEAC-EE9B-49E3-A896-1B0D8743CAED}" presName="parentText" presStyleLbl="alignNode1" presStyleIdx="4" presStyleCnt="6" custScaleY="126117">
        <dgm:presLayoutVars>
          <dgm:chMax val="1"/>
          <dgm:bulletEnabled val="1"/>
        </dgm:presLayoutVars>
      </dgm:prSet>
      <dgm:spPr/>
    </dgm:pt>
    <dgm:pt modelId="{E9DBFFF9-E754-4370-9BB2-A256287D5827}" type="pres">
      <dgm:prSet presAssocID="{F59EBEAC-EE9B-49E3-A896-1B0D8743CAED}" presName="descendantText" presStyleLbl="alignAcc1" presStyleIdx="4" presStyleCnt="6" custScaleY="158854" custLinFactNeighborY="6492">
        <dgm:presLayoutVars>
          <dgm:bulletEnabled val="1"/>
        </dgm:presLayoutVars>
      </dgm:prSet>
      <dgm:spPr/>
    </dgm:pt>
    <dgm:pt modelId="{584B2079-A436-49A7-A916-453E4BE733FD}" type="pres">
      <dgm:prSet presAssocID="{5A85BE5D-3529-4B2F-93A2-51A8EA2BB880}" presName="sp" presStyleCnt="0"/>
      <dgm:spPr/>
    </dgm:pt>
    <dgm:pt modelId="{9F5EBC38-4F7D-49C2-BC6A-0782DE0AF073}" type="pres">
      <dgm:prSet presAssocID="{D8718540-E473-4B02-B5AC-0347DD418678}" presName="composite" presStyleCnt="0"/>
      <dgm:spPr/>
    </dgm:pt>
    <dgm:pt modelId="{09FDBA2E-11AD-4A62-958C-D9D7C2A9024F}" type="pres">
      <dgm:prSet presAssocID="{D8718540-E473-4B02-B5AC-0347DD418678}" presName="parentText" presStyleLbl="alignNode1" presStyleIdx="5" presStyleCnt="6" custScaleY="126117">
        <dgm:presLayoutVars>
          <dgm:chMax val="1"/>
          <dgm:bulletEnabled val="1"/>
        </dgm:presLayoutVars>
      </dgm:prSet>
      <dgm:spPr/>
    </dgm:pt>
    <dgm:pt modelId="{8E294EB8-222C-4B20-8F1B-3BCCAF5EC579}" type="pres">
      <dgm:prSet presAssocID="{D8718540-E473-4B02-B5AC-0347DD418678}" presName="descendantText" presStyleLbl="alignAcc1" presStyleIdx="5" presStyleCnt="6" custScaleY="175452">
        <dgm:presLayoutVars>
          <dgm:bulletEnabled val="1"/>
        </dgm:presLayoutVars>
      </dgm:prSet>
      <dgm:spPr/>
    </dgm:pt>
  </dgm:ptLst>
  <dgm:cxnLst>
    <dgm:cxn modelId="{FA91F003-57B1-4644-9105-785313A1C9A4}" type="presOf" srcId="{9D14A89F-0A9A-4C62-A099-F7270135CDDA}" destId="{7EDB8F8A-7E46-4E7B-BB66-F993FF985FEE}" srcOrd="0" destOrd="0" presId="urn:microsoft.com/office/officeart/2005/8/layout/chevron2"/>
    <dgm:cxn modelId="{23D67B05-2BE5-4284-8AE4-149855BA87CB}" type="presOf" srcId="{A2149174-5CAB-4991-A5D9-594C7E79B778}" destId="{8E294EB8-222C-4B20-8F1B-3BCCAF5EC579}" srcOrd="0" destOrd="0" presId="urn:microsoft.com/office/officeart/2005/8/layout/chevron2"/>
    <dgm:cxn modelId="{31AE5706-C291-478C-BD2F-7AAB0F156723}" srcId="{B0A212B4-8D79-404E-A959-99B0823BA490}" destId="{97E3CE9A-AB9B-45AC-B6AF-9686B61C0571}" srcOrd="2" destOrd="0" parTransId="{179206BE-D355-428F-A4B5-A5B761AF1F25}" sibTransId="{5DB2FADD-58AE-49A6-A679-C2993CDA6107}"/>
    <dgm:cxn modelId="{74FE7808-0494-4C73-8A53-640367ACCE08}" srcId="{97E3CE9A-AB9B-45AC-B6AF-9686B61C0571}" destId="{7C1AB8EF-1FD0-4BB7-AF04-5056F32F4FE3}" srcOrd="0" destOrd="0" parTransId="{CED3790E-E8A9-43BB-B5B6-187C19B8F823}" sibTransId="{99F1BEF5-596B-436F-AFC4-4790E9BDF9E5}"/>
    <dgm:cxn modelId="{36FE610A-56E5-4761-8C48-27467E4EFDE6}" srcId="{BEDAA50C-5C8E-4F9B-BE05-A0EAFF9C960A}" destId="{4243077B-4BE0-4A85-AB64-D84B2FAB28B5}" srcOrd="0" destOrd="0" parTransId="{88F08091-77E6-4958-98E4-D1BC5CA39143}" sibTransId="{2AC91FC4-F4E3-496F-BBBA-AAA98EACB4A9}"/>
    <dgm:cxn modelId="{9888660A-6622-4AE0-941E-81F0781D6C92}" type="presOf" srcId="{97E3CE9A-AB9B-45AC-B6AF-9686B61C0571}" destId="{AE826B0B-C673-45FA-AEDE-8CF1526CD4AD}" srcOrd="0" destOrd="0" presId="urn:microsoft.com/office/officeart/2005/8/layout/chevron2"/>
    <dgm:cxn modelId="{2562840C-36EF-4CD8-B214-D67D6DA80240}" srcId="{BEDAA50C-5C8E-4F9B-BE05-A0EAFF9C960A}" destId="{0F757635-273B-459D-9A81-75DB7ACAA715}" srcOrd="1" destOrd="0" parTransId="{134E59E6-FF78-4943-AE05-0F06E32D6F6C}" sibTransId="{51AECBCB-6790-42B9-8DC2-F677A33E7920}"/>
    <dgm:cxn modelId="{EEA30215-A6CB-4826-BBA5-0B165CDC4BC3}" type="presOf" srcId="{4243077B-4BE0-4A85-AB64-D84B2FAB28B5}" destId="{90C39274-10B6-4B52-8683-05E943D25E2D}" srcOrd="0" destOrd="0" presId="urn:microsoft.com/office/officeart/2005/8/layout/chevron2"/>
    <dgm:cxn modelId="{67B26916-EE07-40B6-B6A3-2C4A36A64905}" type="presOf" srcId="{6E01B414-2B55-45CF-9E50-EBB411D7DA9D}" destId="{A9FB8658-F8F7-4B31-A4C1-9F65EEDAF536}" srcOrd="0" destOrd="0" presId="urn:microsoft.com/office/officeart/2005/8/layout/chevron2"/>
    <dgm:cxn modelId="{9CE1E422-D2A4-4611-8EC5-91684EBACDDC}" type="presOf" srcId="{CA556551-466D-49DF-A4A7-569567DCA08D}" destId="{E9DBFFF9-E754-4370-9BB2-A256287D5827}" srcOrd="0" destOrd="1" presId="urn:microsoft.com/office/officeart/2005/8/layout/chevron2"/>
    <dgm:cxn modelId="{428D5928-636B-4CD4-BC6D-96643E5D2A83}" type="presOf" srcId="{3DC62F54-671C-442C-B11B-08296143B21E}" destId="{A8246A71-FA1A-4A3F-BFEF-658899758BFA}" srcOrd="0" destOrd="0" presId="urn:microsoft.com/office/officeart/2005/8/layout/chevron2"/>
    <dgm:cxn modelId="{A857B52A-75B7-48CE-8B16-66BDF278BFEF}" type="presOf" srcId="{AFA9ECED-8A84-4F23-8A0B-2E0ECC37EBB0}" destId="{B6DACE12-D5A8-4C5A-9896-8D5646A29BC1}" srcOrd="0" destOrd="1" presId="urn:microsoft.com/office/officeart/2005/8/layout/chevron2"/>
    <dgm:cxn modelId="{EF43E239-88D2-477D-946B-BE3D9668056B}" type="presOf" srcId="{58BCA0F0-F67A-4BB5-A71D-328DF93A11E9}" destId="{E9DBFFF9-E754-4370-9BB2-A256287D5827}" srcOrd="0" destOrd="0" presId="urn:microsoft.com/office/officeart/2005/8/layout/chevron2"/>
    <dgm:cxn modelId="{D296053A-44DF-4BC1-BA84-1EEB0834FC3A}" type="presOf" srcId="{D8718540-E473-4B02-B5AC-0347DD418678}" destId="{09FDBA2E-11AD-4A62-958C-D9D7C2A9024F}" srcOrd="0" destOrd="0" presId="urn:microsoft.com/office/officeart/2005/8/layout/chevron2"/>
    <dgm:cxn modelId="{ABA08541-9E86-4F7F-BA68-E2200390932D}" srcId="{3174A291-794F-4B3D-A22C-6C87FFB5489F}" destId="{3DC62F54-671C-442C-B11B-08296143B21E}" srcOrd="0" destOrd="0" parTransId="{F600F71D-47E4-466D-B7C0-CC2D2D0C66C4}" sibTransId="{24060CEA-4C30-41CB-A80C-6D31842D8564}"/>
    <dgm:cxn modelId="{49E6B24A-D0DA-4DE7-BB49-866FF6C50647}" srcId="{B0A212B4-8D79-404E-A959-99B0823BA490}" destId="{BEDAA50C-5C8E-4F9B-BE05-A0EAFF9C960A}" srcOrd="1" destOrd="0" parTransId="{009E0B50-6A4F-43CB-8090-46EC524689CA}" sibTransId="{1CC4308C-9857-482F-9948-9231C7CF7B83}"/>
    <dgm:cxn modelId="{2C441E70-8E92-427D-85B8-689D70D960AC}" type="presOf" srcId="{3C8455D0-EFC9-46E9-B624-CCC55AE1EE25}" destId="{8E294EB8-222C-4B20-8F1B-3BCCAF5EC579}" srcOrd="0" destOrd="1" presId="urn:microsoft.com/office/officeart/2005/8/layout/chevron2"/>
    <dgm:cxn modelId="{2A5E1C51-0A0D-4598-B7D0-1652094B18D8}" type="presOf" srcId="{F8165313-15C4-4DCF-932D-276EF7A832A2}" destId="{A8246A71-FA1A-4A3F-BFEF-658899758BFA}" srcOrd="0" destOrd="1" presId="urn:microsoft.com/office/officeart/2005/8/layout/chevron2"/>
    <dgm:cxn modelId="{3B2EB675-4A45-4FD9-9656-3ADE10103144}" srcId="{B0A212B4-8D79-404E-A959-99B0823BA490}" destId="{D8718540-E473-4B02-B5AC-0347DD418678}" srcOrd="5" destOrd="0" parTransId="{D4ECD507-AA16-4149-A284-FE7DB6AC0A0B}" sibTransId="{0CA5E625-D20E-4D6F-AD1C-398D05FA1FAB}"/>
    <dgm:cxn modelId="{A7308659-33A0-459D-9050-B12AF6146A70}" srcId="{B0A212B4-8D79-404E-A959-99B0823BA490}" destId="{3174A291-794F-4B3D-A22C-6C87FFB5489F}" srcOrd="3" destOrd="0" parTransId="{A9EC7E57-84F5-4808-AB94-EA23C53A92F1}" sibTransId="{849DCCEE-A77E-48CD-B752-E5EFB0467722}"/>
    <dgm:cxn modelId="{B540637C-794F-4470-BDE9-695ED1D0D693}" type="presOf" srcId="{F59EBEAC-EE9B-49E3-A896-1B0D8743CAED}" destId="{9F8D7336-72D4-4056-A9B3-B647D16F3C73}" srcOrd="0" destOrd="0" presId="urn:microsoft.com/office/officeart/2005/8/layout/chevron2"/>
    <dgm:cxn modelId="{6AC3D280-E372-4F28-8B65-6513B7B2245A}" srcId="{B0A212B4-8D79-404E-A959-99B0823BA490}" destId="{F59EBEAC-EE9B-49E3-A896-1B0D8743CAED}" srcOrd="4" destOrd="0" parTransId="{1D8D89C9-D33D-43D2-8AE3-CAEA600FCA15}" sibTransId="{5A85BE5D-3529-4B2F-93A2-51A8EA2BB880}"/>
    <dgm:cxn modelId="{31194582-3C4F-4318-84F4-3B6E9CEA996A}" srcId="{9D14A89F-0A9A-4C62-A099-F7270135CDDA}" destId="{41EE24A9-40F3-43B8-82E1-F38C9F620A9C}" srcOrd="1" destOrd="0" parTransId="{0B7C05AA-CBC1-41F7-A520-8ED63037A1D3}" sibTransId="{EB359516-D749-4E0E-96A0-3F2AF91C20E6}"/>
    <dgm:cxn modelId="{AB0B479B-6BB2-4B1F-81A0-761F61791E82}" srcId="{97E3CE9A-AB9B-45AC-B6AF-9686B61C0571}" destId="{AFA9ECED-8A84-4F23-8A0B-2E0ECC37EBB0}" srcOrd="1" destOrd="0" parTransId="{EA6AB34D-EEB6-4EDA-8ABA-F31E2E8A076D}" sibTransId="{F6B19DFC-A190-4DBD-8DE1-395EA148075D}"/>
    <dgm:cxn modelId="{0D24B5A0-216E-46CB-B806-8AB040BBDC34}" srcId="{F59EBEAC-EE9B-49E3-A896-1B0D8743CAED}" destId="{58BCA0F0-F67A-4BB5-A71D-328DF93A11E9}" srcOrd="0" destOrd="0" parTransId="{7FAA492A-9844-4E30-9F29-0361132D91EA}" sibTransId="{43B774B3-4ACC-42DE-BA00-3FC706726C16}"/>
    <dgm:cxn modelId="{FCE275A5-EC32-48B6-A22A-45A6D4E49E5F}" srcId="{D8718540-E473-4B02-B5AC-0347DD418678}" destId="{3C8455D0-EFC9-46E9-B624-CCC55AE1EE25}" srcOrd="1" destOrd="0" parTransId="{92C34601-2DC7-4F7F-8006-60660C00EF33}" sibTransId="{1609E60E-F0A7-4E92-9A6B-A19ACB8CB7C1}"/>
    <dgm:cxn modelId="{F9EE8DA9-9D7C-48B6-9AD1-F6698F5ECFA6}" type="presOf" srcId="{B0A212B4-8D79-404E-A959-99B0823BA490}" destId="{F9E2E4A7-44AD-4B8F-BF1A-B7BA0D0047A0}" srcOrd="0" destOrd="0" presId="urn:microsoft.com/office/officeart/2005/8/layout/chevron2"/>
    <dgm:cxn modelId="{E2FDA9AB-C666-4A91-8127-C1CE631BFE59}" srcId="{B0A212B4-8D79-404E-A959-99B0823BA490}" destId="{9D14A89F-0A9A-4C62-A099-F7270135CDDA}" srcOrd="0" destOrd="0" parTransId="{EFE02213-36A8-4848-82FF-4C950F27BE94}" sibTransId="{6253F33D-7D2E-4505-AD0A-2224F6941BB3}"/>
    <dgm:cxn modelId="{60CFDAAE-7DF1-4C6C-AAED-93A668628E01}" type="presOf" srcId="{BEDAA50C-5C8E-4F9B-BE05-A0EAFF9C960A}" destId="{ED7628B4-FF83-4458-955E-92F483DF47CA}" srcOrd="0" destOrd="0" presId="urn:microsoft.com/office/officeart/2005/8/layout/chevron2"/>
    <dgm:cxn modelId="{671E39BC-AF08-40CE-9D59-6969306BD901}" type="presOf" srcId="{0F757635-273B-459D-9A81-75DB7ACAA715}" destId="{90C39274-10B6-4B52-8683-05E943D25E2D}" srcOrd="0" destOrd="1" presId="urn:microsoft.com/office/officeart/2005/8/layout/chevron2"/>
    <dgm:cxn modelId="{89068EC8-0AD5-43E4-98E0-DD6BB8A4B030}" type="presOf" srcId="{7C1AB8EF-1FD0-4BB7-AF04-5056F32F4FE3}" destId="{B6DACE12-D5A8-4C5A-9896-8D5646A29BC1}" srcOrd="0" destOrd="0" presId="urn:microsoft.com/office/officeart/2005/8/layout/chevron2"/>
    <dgm:cxn modelId="{06D8F5CB-A7AB-449C-87F5-CAC5597C951E}" type="presOf" srcId="{41EE24A9-40F3-43B8-82E1-F38C9F620A9C}" destId="{A9FB8658-F8F7-4B31-A4C1-9F65EEDAF536}" srcOrd="0" destOrd="1" presId="urn:microsoft.com/office/officeart/2005/8/layout/chevron2"/>
    <dgm:cxn modelId="{6E302ECE-0CF9-4BA1-94E7-28DB45C3D281}" srcId="{D8718540-E473-4B02-B5AC-0347DD418678}" destId="{A2149174-5CAB-4991-A5D9-594C7E79B778}" srcOrd="0" destOrd="0" parTransId="{9A8D8CBC-AD1C-4F60-A2F5-E36176BABE55}" sibTransId="{43BD8E7B-BD63-4B6B-BB97-4C2032822604}"/>
    <dgm:cxn modelId="{2F805AD0-417F-4063-A1F0-EA0D9166EC2D}" srcId="{F59EBEAC-EE9B-49E3-A896-1B0D8743CAED}" destId="{CA556551-466D-49DF-A4A7-569567DCA08D}" srcOrd="1" destOrd="0" parTransId="{0505CDEE-ED9C-4B57-A48F-2D0307528C9E}" sibTransId="{27CE548E-CE7F-4CC9-B8E5-9D27F756B73B}"/>
    <dgm:cxn modelId="{3BF97ADD-C3A4-45C9-ADC4-08EDB5DBBBA1}" type="presOf" srcId="{3174A291-794F-4B3D-A22C-6C87FFB5489F}" destId="{EEE5C1A1-5837-487E-AB97-70BB55E9327C}" srcOrd="0" destOrd="0" presId="urn:microsoft.com/office/officeart/2005/8/layout/chevron2"/>
    <dgm:cxn modelId="{A7C311DF-2BB7-4F9B-841E-13994F5413FF}" srcId="{3174A291-794F-4B3D-A22C-6C87FFB5489F}" destId="{F8165313-15C4-4DCF-932D-276EF7A832A2}" srcOrd="1" destOrd="0" parTransId="{B4D7AAF7-760C-4AB3-B269-9A542FE7D5CC}" sibTransId="{35D952A8-616E-43E3-A0CB-FF4557B47F15}"/>
    <dgm:cxn modelId="{B32672FB-C7D7-4F70-8275-1F499870E0F2}" srcId="{9D14A89F-0A9A-4C62-A099-F7270135CDDA}" destId="{6E01B414-2B55-45CF-9E50-EBB411D7DA9D}" srcOrd="0" destOrd="0" parTransId="{37658FA8-D52F-45D5-AD62-09AA546EC051}" sibTransId="{EF453A60-C34D-413C-B600-55CBC35C6F25}"/>
    <dgm:cxn modelId="{AD658274-67AD-4D70-8485-72208D54667A}" type="presParOf" srcId="{F9E2E4A7-44AD-4B8F-BF1A-B7BA0D0047A0}" destId="{4E327290-B14D-4FFF-B1C3-9B140A08FA84}" srcOrd="0" destOrd="0" presId="urn:microsoft.com/office/officeart/2005/8/layout/chevron2"/>
    <dgm:cxn modelId="{BBB886B8-6320-4356-A6EE-ADF2CCDF0BF5}" type="presParOf" srcId="{4E327290-B14D-4FFF-B1C3-9B140A08FA84}" destId="{7EDB8F8A-7E46-4E7B-BB66-F993FF985FEE}" srcOrd="0" destOrd="0" presId="urn:microsoft.com/office/officeart/2005/8/layout/chevron2"/>
    <dgm:cxn modelId="{FD11A782-D153-4DFE-9A68-628563C20AFB}" type="presParOf" srcId="{4E327290-B14D-4FFF-B1C3-9B140A08FA84}" destId="{A9FB8658-F8F7-4B31-A4C1-9F65EEDAF536}" srcOrd="1" destOrd="0" presId="urn:microsoft.com/office/officeart/2005/8/layout/chevron2"/>
    <dgm:cxn modelId="{E877FCC0-5F26-48E9-BE90-EE9CEE72925C}" type="presParOf" srcId="{F9E2E4A7-44AD-4B8F-BF1A-B7BA0D0047A0}" destId="{3BD18F45-801D-4339-B45B-8955F58E7C53}" srcOrd="1" destOrd="0" presId="urn:microsoft.com/office/officeart/2005/8/layout/chevron2"/>
    <dgm:cxn modelId="{9C89E9A8-9628-42FA-9896-0AE7A2BF08FB}" type="presParOf" srcId="{F9E2E4A7-44AD-4B8F-BF1A-B7BA0D0047A0}" destId="{A37CEC84-F7E0-40ED-A8E0-3CB6CCCB585F}" srcOrd="2" destOrd="0" presId="urn:microsoft.com/office/officeart/2005/8/layout/chevron2"/>
    <dgm:cxn modelId="{0BF28F0D-2B6E-4ED8-95D7-8D05B407A4D8}" type="presParOf" srcId="{A37CEC84-F7E0-40ED-A8E0-3CB6CCCB585F}" destId="{ED7628B4-FF83-4458-955E-92F483DF47CA}" srcOrd="0" destOrd="0" presId="urn:microsoft.com/office/officeart/2005/8/layout/chevron2"/>
    <dgm:cxn modelId="{B196B00E-99AF-4684-A5EE-1438A0507A1D}" type="presParOf" srcId="{A37CEC84-F7E0-40ED-A8E0-3CB6CCCB585F}" destId="{90C39274-10B6-4B52-8683-05E943D25E2D}" srcOrd="1" destOrd="0" presId="urn:microsoft.com/office/officeart/2005/8/layout/chevron2"/>
    <dgm:cxn modelId="{6AF39393-CF51-4C20-9729-F67EB4F2CF35}" type="presParOf" srcId="{F9E2E4A7-44AD-4B8F-BF1A-B7BA0D0047A0}" destId="{D8BCB684-50B4-40DE-B14C-2E7F5170B723}" srcOrd="3" destOrd="0" presId="urn:microsoft.com/office/officeart/2005/8/layout/chevron2"/>
    <dgm:cxn modelId="{68FC28EC-5A91-49FA-9815-EDBBFDF17CC3}" type="presParOf" srcId="{F9E2E4A7-44AD-4B8F-BF1A-B7BA0D0047A0}" destId="{D5F017A7-7B51-4E23-A7CC-10218916461F}" srcOrd="4" destOrd="0" presId="urn:microsoft.com/office/officeart/2005/8/layout/chevron2"/>
    <dgm:cxn modelId="{587C8DEE-46D4-4190-B157-1C0385DA8530}" type="presParOf" srcId="{D5F017A7-7B51-4E23-A7CC-10218916461F}" destId="{AE826B0B-C673-45FA-AEDE-8CF1526CD4AD}" srcOrd="0" destOrd="0" presId="urn:microsoft.com/office/officeart/2005/8/layout/chevron2"/>
    <dgm:cxn modelId="{4384A805-6527-46F0-B908-C0108E12C7CF}" type="presParOf" srcId="{D5F017A7-7B51-4E23-A7CC-10218916461F}" destId="{B6DACE12-D5A8-4C5A-9896-8D5646A29BC1}" srcOrd="1" destOrd="0" presId="urn:microsoft.com/office/officeart/2005/8/layout/chevron2"/>
    <dgm:cxn modelId="{1CE4880F-826C-459F-9496-C6E271BA3FD0}" type="presParOf" srcId="{F9E2E4A7-44AD-4B8F-BF1A-B7BA0D0047A0}" destId="{D45F6447-0701-4499-B275-FE1A6B66E805}" srcOrd="5" destOrd="0" presId="urn:microsoft.com/office/officeart/2005/8/layout/chevron2"/>
    <dgm:cxn modelId="{4220ED94-4DAB-4837-BF6B-4C50282B8430}" type="presParOf" srcId="{F9E2E4A7-44AD-4B8F-BF1A-B7BA0D0047A0}" destId="{1E011239-9609-4913-A135-C6166789A010}" srcOrd="6" destOrd="0" presId="urn:microsoft.com/office/officeart/2005/8/layout/chevron2"/>
    <dgm:cxn modelId="{8E48C9C6-473C-473B-BB09-E373524BB7FB}" type="presParOf" srcId="{1E011239-9609-4913-A135-C6166789A010}" destId="{EEE5C1A1-5837-487E-AB97-70BB55E9327C}" srcOrd="0" destOrd="0" presId="urn:microsoft.com/office/officeart/2005/8/layout/chevron2"/>
    <dgm:cxn modelId="{7509F444-0A49-4F46-87F5-BC84022238FD}" type="presParOf" srcId="{1E011239-9609-4913-A135-C6166789A010}" destId="{A8246A71-FA1A-4A3F-BFEF-658899758BFA}" srcOrd="1" destOrd="0" presId="urn:microsoft.com/office/officeart/2005/8/layout/chevron2"/>
    <dgm:cxn modelId="{926048CD-F6A1-445B-A2B3-CBB5AF85BF59}" type="presParOf" srcId="{F9E2E4A7-44AD-4B8F-BF1A-B7BA0D0047A0}" destId="{82C08142-5CCD-47EB-B4DA-E77232F98741}" srcOrd="7" destOrd="0" presId="urn:microsoft.com/office/officeart/2005/8/layout/chevron2"/>
    <dgm:cxn modelId="{FF49318D-73B6-4755-B3FC-AA6D7B6C8929}" type="presParOf" srcId="{F9E2E4A7-44AD-4B8F-BF1A-B7BA0D0047A0}" destId="{8C612B38-E511-40F6-B7EF-BABDBEF8158B}" srcOrd="8" destOrd="0" presId="urn:microsoft.com/office/officeart/2005/8/layout/chevron2"/>
    <dgm:cxn modelId="{D5C8E4F6-1B38-48DA-A32F-257ED2EA93A0}" type="presParOf" srcId="{8C612B38-E511-40F6-B7EF-BABDBEF8158B}" destId="{9F8D7336-72D4-4056-A9B3-B647D16F3C73}" srcOrd="0" destOrd="0" presId="urn:microsoft.com/office/officeart/2005/8/layout/chevron2"/>
    <dgm:cxn modelId="{BAB50A07-4A40-46B5-A26F-B0737A49739F}" type="presParOf" srcId="{8C612B38-E511-40F6-B7EF-BABDBEF8158B}" destId="{E9DBFFF9-E754-4370-9BB2-A256287D5827}" srcOrd="1" destOrd="0" presId="urn:microsoft.com/office/officeart/2005/8/layout/chevron2"/>
    <dgm:cxn modelId="{FF37D255-9445-4A30-BB4D-5DC27D12FCED}" type="presParOf" srcId="{F9E2E4A7-44AD-4B8F-BF1A-B7BA0D0047A0}" destId="{584B2079-A436-49A7-A916-453E4BE733FD}" srcOrd="9" destOrd="0" presId="urn:microsoft.com/office/officeart/2005/8/layout/chevron2"/>
    <dgm:cxn modelId="{066F765A-849B-4C9D-900B-455A64B05214}" type="presParOf" srcId="{F9E2E4A7-44AD-4B8F-BF1A-B7BA0D0047A0}" destId="{9F5EBC38-4F7D-49C2-BC6A-0782DE0AF073}" srcOrd="10" destOrd="0" presId="urn:microsoft.com/office/officeart/2005/8/layout/chevron2"/>
    <dgm:cxn modelId="{A0551ADF-3D12-4AEB-BDA9-693FE40AC253}" type="presParOf" srcId="{9F5EBC38-4F7D-49C2-BC6A-0782DE0AF073}" destId="{09FDBA2E-11AD-4A62-958C-D9D7C2A9024F}" srcOrd="0" destOrd="0" presId="urn:microsoft.com/office/officeart/2005/8/layout/chevron2"/>
    <dgm:cxn modelId="{2C12EF0B-E8F7-44BA-BB82-A547323E39CD}" type="presParOf" srcId="{9F5EBC38-4F7D-49C2-BC6A-0782DE0AF073}" destId="{8E294EB8-222C-4B20-8F1B-3BCCAF5EC57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DB8F8A-7E46-4E7B-BB66-F993FF985FEE}">
      <dsp:nvSpPr>
        <dsp:cNvPr id="0" name=""/>
        <dsp:cNvSpPr/>
      </dsp:nvSpPr>
      <dsp:spPr>
        <a:xfrm rot="5400000">
          <a:off x="-136194" y="140252"/>
          <a:ext cx="907963" cy="635574"/>
        </a:xfrm>
        <a:prstGeom prst="chevron">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1996 </a:t>
          </a:r>
        </a:p>
        <a:p>
          <a:pPr marL="0" lvl="0" indent="0" algn="ctr" defTabSz="622300">
            <a:lnSpc>
              <a:spcPct val="100000"/>
            </a:lnSpc>
            <a:spcBef>
              <a:spcPct val="0"/>
            </a:spcBef>
            <a:spcAft>
              <a:spcPts val="0"/>
            </a:spcAft>
            <a:buNone/>
          </a:pPr>
          <a:r>
            <a:rPr lang="en-US" sz="1400" b="1" kern="1200" dirty="0" err="1">
              <a:effectLst>
                <a:outerShdw blurRad="38100" dist="38100" dir="2700000" algn="tl">
                  <a:srgbClr val="000000">
                    <a:alpha val="43137"/>
                  </a:srgbClr>
                </a:outerShdw>
              </a:effectLst>
            </a:rPr>
            <a:t>JDK</a:t>
          </a:r>
          <a:r>
            <a:rPr lang="en-US" sz="1400" b="1" kern="1200" dirty="0">
              <a:effectLst>
                <a:outerShdw blurRad="38100" dist="38100" dir="2700000" algn="tl">
                  <a:srgbClr val="000000">
                    <a:alpha val="43137"/>
                  </a:srgbClr>
                </a:outerShdw>
              </a:effectLst>
            </a:rPr>
            <a:t> 1.0</a:t>
          </a:r>
        </a:p>
      </dsp:txBody>
      <dsp:txXfrm rot="-5400000">
        <a:off x="1" y="321844"/>
        <a:ext cx="635574" cy="272389"/>
      </dsp:txXfrm>
    </dsp:sp>
    <dsp:sp modelId="{A9FB8658-F8F7-4B31-A4C1-9F65EEDAF536}">
      <dsp:nvSpPr>
        <dsp:cNvPr id="0" name=""/>
        <dsp:cNvSpPr/>
      </dsp:nvSpPr>
      <dsp:spPr>
        <a:xfrm rot="5400000">
          <a:off x="5808488" y="-5168856"/>
          <a:ext cx="590486" cy="10936315"/>
        </a:xfrm>
        <a:prstGeom prst="round2Same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err="1"/>
            <a:t>JDK</a:t>
          </a:r>
          <a:r>
            <a:rPr lang="en-US" sz="1800" kern="1200" dirty="0"/>
            <a:t> 1.0 very first version was released on Jan 23, 1996</a:t>
          </a:r>
        </a:p>
        <a:p>
          <a:pPr marL="171450" lvl="1" indent="-171450" algn="l" defTabSz="800100">
            <a:lnSpc>
              <a:spcPct val="90000"/>
            </a:lnSpc>
            <a:spcBef>
              <a:spcPct val="0"/>
            </a:spcBef>
            <a:spcAft>
              <a:spcPct val="15000"/>
            </a:spcAft>
            <a:buChar char="•"/>
          </a:pPr>
          <a:r>
            <a:rPr lang="en-US" sz="1800" kern="1200" dirty="0"/>
            <a:t>The principal stable variant, </a:t>
          </a:r>
          <a:r>
            <a:rPr lang="en-US" sz="1800" kern="1200" dirty="0" err="1"/>
            <a:t>JDK</a:t>
          </a:r>
          <a:r>
            <a:rPr lang="en-US" sz="1800" kern="1200" dirty="0"/>
            <a:t> 1.02, is called  Java 1. </a:t>
          </a:r>
          <a:r>
            <a:rPr lang="en-US" sz="1800" kern="1200" dirty="0" err="1"/>
            <a:t>JDK</a:t>
          </a:r>
          <a:r>
            <a:rPr lang="en-US" sz="1800" kern="1200" dirty="0"/>
            <a:t> 1.1 was released on Jan 23, 1997</a:t>
          </a:r>
        </a:p>
      </dsp:txBody>
      <dsp:txXfrm rot="-5400000">
        <a:off x="635574" y="32883"/>
        <a:ext cx="10907490" cy="532836"/>
      </dsp:txXfrm>
    </dsp:sp>
    <dsp:sp modelId="{ED7628B4-FF83-4458-955E-92F483DF47CA}">
      <dsp:nvSpPr>
        <dsp:cNvPr id="0" name=""/>
        <dsp:cNvSpPr/>
      </dsp:nvSpPr>
      <dsp:spPr>
        <a:xfrm rot="5400000">
          <a:off x="-136194" y="953361"/>
          <a:ext cx="907963" cy="635574"/>
        </a:xfrm>
        <a:prstGeom prst="chevron">
          <a:avLst/>
        </a:prstGeom>
        <a:solidFill>
          <a:schemeClr val="accent5">
            <a:hueOff val="-1351709"/>
            <a:satOff val="-3484"/>
            <a:lumOff val="-2353"/>
            <a:alphaOff val="0"/>
          </a:schemeClr>
        </a:solidFill>
        <a:ln w="12700" cap="flat" cmpd="sng" algn="ctr">
          <a:solidFill>
            <a:schemeClr val="accent5">
              <a:hueOff val="-1351709"/>
              <a:satOff val="-3484"/>
              <a:lumOff val="-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1998</a:t>
          </a:r>
        </a:p>
        <a:p>
          <a:pPr marL="0" lvl="0" indent="0" algn="ctr" defTabSz="622300">
            <a:lnSpc>
              <a:spcPct val="100000"/>
            </a:lnSpc>
            <a:spcBef>
              <a:spcPct val="0"/>
            </a:spcBef>
            <a:spcAft>
              <a:spcPts val="0"/>
            </a:spcAft>
            <a:buNone/>
          </a:pPr>
          <a:r>
            <a:rPr lang="en-US" sz="1400" b="1" kern="1200" dirty="0" err="1">
              <a:effectLst>
                <a:outerShdw blurRad="38100" dist="38100" dir="2700000" algn="tl">
                  <a:srgbClr val="000000">
                    <a:alpha val="43137"/>
                  </a:srgbClr>
                </a:outerShdw>
              </a:effectLst>
            </a:rPr>
            <a:t>J2SE</a:t>
          </a:r>
          <a:r>
            <a:rPr lang="en-US" sz="1400" b="1" kern="1200" dirty="0">
              <a:effectLst>
                <a:outerShdw blurRad="38100" dist="38100" dir="2700000" algn="tl">
                  <a:srgbClr val="000000">
                    <a:alpha val="43137"/>
                  </a:srgbClr>
                </a:outerShdw>
              </a:effectLst>
            </a:rPr>
            <a:t> 1.2</a:t>
          </a:r>
        </a:p>
      </dsp:txBody>
      <dsp:txXfrm rot="-5400000">
        <a:off x="1" y="1134953"/>
        <a:ext cx="635574" cy="272389"/>
      </dsp:txXfrm>
    </dsp:sp>
    <dsp:sp modelId="{90C39274-10B6-4B52-8683-05E943D25E2D}">
      <dsp:nvSpPr>
        <dsp:cNvPr id="0" name=""/>
        <dsp:cNvSpPr/>
      </dsp:nvSpPr>
      <dsp:spPr>
        <a:xfrm rot="5400000">
          <a:off x="5808644" y="-4355901"/>
          <a:ext cx="590176" cy="10936315"/>
        </a:xfrm>
        <a:prstGeom prst="round2SameRect">
          <a:avLst/>
        </a:prstGeom>
        <a:solidFill>
          <a:schemeClr val="lt1">
            <a:alpha val="90000"/>
            <a:hueOff val="0"/>
            <a:satOff val="0"/>
            <a:lumOff val="0"/>
            <a:alphaOff val="0"/>
          </a:schemeClr>
        </a:solidFill>
        <a:ln w="12700" cap="flat" cmpd="sng" algn="ctr">
          <a:solidFill>
            <a:schemeClr val="accent5">
              <a:hueOff val="-1351709"/>
              <a:satOff val="-3484"/>
              <a:lumOff val="-235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“Play area” was the codename which was given  to this form and was released on 8</a:t>
          </a:r>
          <a:r>
            <a:rPr lang="en-US" sz="1800" kern="1200" baseline="30000" dirty="0"/>
            <a:t>th</a:t>
          </a:r>
          <a:r>
            <a:rPr lang="en-US" sz="1800" kern="1200" dirty="0"/>
            <a:t> Dec, 1998.</a:t>
          </a:r>
        </a:p>
        <a:p>
          <a:pPr marL="171450" lvl="1" indent="-171450" algn="l" defTabSz="800100">
            <a:lnSpc>
              <a:spcPct val="90000"/>
            </a:lnSpc>
            <a:spcBef>
              <a:spcPct val="0"/>
            </a:spcBef>
            <a:spcAft>
              <a:spcPct val="15000"/>
            </a:spcAft>
            <a:buChar char="•"/>
          </a:pPr>
          <a:r>
            <a:rPr lang="en-US" sz="1800" kern="1200" dirty="0"/>
            <a:t>It real expansion included: </a:t>
          </a:r>
          <a:r>
            <a:rPr lang="en-US" sz="1800" kern="1200" dirty="0" err="1"/>
            <a:t>strictfp</a:t>
          </a:r>
          <a:r>
            <a:rPr lang="en-US" sz="1800" kern="1200" dirty="0"/>
            <a:t> keyword, the Swing graphical API</a:t>
          </a:r>
        </a:p>
      </dsp:txBody>
      <dsp:txXfrm rot="-5400000">
        <a:off x="635575" y="845978"/>
        <a:ext cx="10907505" cy="532556"/>
      </dsp:txXfrm>
    </dsp:sp>
    <dsp:sp modelId="{AE826B0B-C673-45FA-AEDE-8CF1526CD4AD}">
      <dsp:nvSpPr>
        <dsp:cNvPr id="0" name=""/>
        <dsp:cNvSpPr/>
      </dsp:nvSpPr>
      <dsp:spPr>
        <a:xfrm rot="5400000">
          <a:off x="-136194" y="1766471"/>
          <a:ext cx="907963" cy="635574"/>
        </a:xfrm>
        <a:prstGeom prst="chevron">
          <a:avLst/>
        </a:prstGeom>
        <a:solidFill>
          <a:schemeClr val="accent5">
            <a:hueOff val="-2703417"/>
            <a:satOff val="-6968"/>
            <a:lumOff val="-4706"/>
            <a:alphaOff val="0"/>
          </a:schemeClr>
        </a:solidFill>
        <a:ln w="12700" cap="flat" cmpd="sng" algn="ctr">
          <a:solidFill>
            <a:schemeClr val="accent5">
              <a:hueOff val="-2703417"/>
              <a:satOff val="-6968"/>
              <a:lumOff val="-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2000</a:t>
          </a:r>
        </a:p>
        <a:p>
          <a:pPr marL="0" lvl="0" indent="0" algn="ctr" defTabSz="622300">
            <a:lnSpc>
              <a:spcPct val="100000"/>
            </a:lnSpc>
            <a:spcBef>
              <a:spcPct val="0"/>
            </a:spcBef>
            <a:spcAft>
              <a:spcPts val="0"/>
            </a:spcAft>
            <a:buNone/>
          </a:pPr>
          <a:r>
            <a:rPr lang="en-US" sz="1400" b="1" kern="1200" dirty="0" err="1">
              <a:effectLst>
                <a:outerShdw blurRad="38100" dist="38100" dir="2700000" algn="tl">
                  <a:srgbClr val="000000">
                    <a:alpha val="43137"/>
                  </a:srgbClr>
                </a:outerShdw>
              </a:effectLst>
            </a:rPr>
            <a:t>J2SE</a:t>
          </a:r>
          <a:r>
            <a:rPr lang="en-US" sz="1400" b="1" kern="1200" dirty="0">
              <a:effectLst>
                <a:outerShdw blurRad="38100" dist="38100" dir="2700000" algn="tl">
                  <a:srgbClr val="000000">
                    <a:alpha val="43137"/>
                  </a:srgbClr>
                </a:outerShdw>
              </a:effectLst>
            </a:rPr>
            <a:t> 1.3</a:t>
          </a:r>
        </a:p>
      </dsp:txBody>
      <dsp:txXfrm rot="-5400000">
        <a:off x="1" y="1948063"/>
        <a:ext cx="635574" cy="272389"/>
      </dsp:txXfrm>
    </dsp:sp>
    <dsp:sp modelId="{B6DACE12-D5A8-4C5A-9896-8D5646A29BC1}">
      <dsp:nvSpPr>
        <dsp:cNvPr id="0" name=""/>
        <dsp:cNvSpPr/>
      </dsp:nvSpPr>
      <dsp:spPr>
        <a:xfrm rot="5400000">
          <a:off x="5808644" y="-3542792"/>
          <a:ext cx="590176" cy="10936315"/>
        </a:xfrm>
        <a:prstGeom prst="round2SameRect">
          <a:avLst/>
        </a:prstGeom>
        <a:solidFill>
          <a:schemeClr val="lt1">
            <a:alpha val="90000"/>
            <a:hueOff val="0"/>
            <a:satOff val="0"/>
            <a:lumOff val="0"/>
            <a:alphaOff val="0"/>
          </a:schemeClr>
        </a:solidFill>
        <a:ln w="12700" cap="flat" cmpd="sng" algn="ctr">
          <a:solidFill>
            <a:schemeClr val="accent5">
              <a:hueOff val="-2703417"/>
              <a:satOff val="-6968"/>
              <a:lumOff val="-47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Was given a codename “KESTREL” and was released on 8</a:t>
          </a:r>
          <a:r>
            <a:rPr lang="en-US" sz="1800" kern="1200" baseline="30000" dirty="0"/>
            <a:t>th</a:t>
          </a:r>
          <a:r>
            <a:rPr lang="en-US" sz="1800" kern="1200" dirty="0"/>
            <a:t> May, 2000</a:t>
          </a:r>
        </a:p>
        <a:p>
          <a:pPr marL="171450" lvl="1" indent="-171450" algn="l" defTabSz="800100">
            <a:lnSpc>
              <a:spcPct val="90000"/>
            </a:lnSpc>
            <a:spcBef>
              <a:spcPct val="0"/>
            </a:spcBef>
            <a:spcAft>
              <a:spcPct val="15000"/>
            </a:spcAft>
            <a:buChar char="•"/>
          </a:pPr>
          <a:r>
            <a:rPr lang="en-US" sz="1800" kern="1200" dirty="0"/>
            <a:t>Contains addition like </a:t>
          </a:r>
          <a:r>
            <a:rPr lang="en-US" sz="1800" kern="1200" dirty="0" err="1"/>
            <a:t>HotSpot</a:t>
          </a:r>
          <a:r>
            <a:rPr lang="en-US" sz="1800" kern="1200" dirty="0"/>
            <a:t>, </a:t>
          </a:r>
          <a:r>
            <a:rPr lang="en-US" sz="1800" kern="1200" dirty="0" err="1"/>
            <a:t>JMV</a:t>
          </a:r>
          <a:r>
            <a:rPr lang="en-US" sz="1800" kern="1200" dirty="0"/>
            <a:t> included, Java Naming  and Directory Interface.</a:t>
          </a:r>
        </a:p>
      </dsp:txBody>
      <dsp:txXfrm rot="-5400000">
        <a:off x="635575" y="1659087"/>
        <a:ext cx="10907505" cy="532556"/>
      </dsp:txXfrm>
    </dsp:sp>
    <dsp:sp modelId="{EEE5C1A1-5837-487E-AB97-70BB55E9327C}">
      <dsp:nvSpPr>
        <dsp:cNvPr id="0" name=""/>
        <dsp:cNvSpPr/>
      </dsp:nvSpPr>
      <dsp:spPr>
        <a:xfrm rot="5400000">
          <a:off x="-136194" y="2579580"/>
          <a:ext cx="907963" cy="635574"/>
        </a:xfrm>
        <a:prstGeom prst="chevron">
          <a:avLst/>
        </a:prstGeom>
        <a:solidFill>
          <a:schemeClr val="accent5">
            <a:hueOff val="-4055126"/>
            <a:satOff val="-10451"/>
            <a:lumOff val="-7059"/>
            <a:alphaOff val="0"/>
          </a:schemeClr>
        </a:solidFill>
        <a:ln w="12700" cap="flat" cmpd="sng" algn="ctr">
          <a:solidFill>
            <a:schemeClr val="accent5">
              <a:hueOff val="-4055126"/>
              <a:satOff val="-10451"/>
              <a:lumOff val="-70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2002</a:t>
          </a:r>
        </a:p>
        <a:p>
          <a:pPr marL="0" lvl="0" indent="0" algn="ctr" defTabSz="622300">
            <a:lnSpc>
              <a:spcPct val="100000"/>
            </a:lnSpc>
            <a:spcBef>
              <a:spcPct val="0"/>
            </a:spcBef>
            <a:spcAft>
              <a:spcPts val="0"/>
            </a:spcAft>
            <a:buNone/>
          </a:pPr>
          <a:r>
            <a:rPr lang="en-US" sz="1400" b="1" kern="1200" dirty="0" err="1">
              <a:effectLst>
                <a:outerShdw blurRad="38100" dist="38100" dir="2700000" algn="tl">
                  <a:srgbClr val="000000">
                    <a:alpha val="43137"/>
                  </a:srgbClr>
                </a:outerShdw>
              </a:effectLst>
            </a:rPr>
            <a:t>J2SE</a:t>
          </a:r>
          <a:r>
            <a:rPr lang="en-US" sz="1400" b="1" kern="1200" dirty="0">
              <a:effectLst>
                <a:outerShdw blurRad="38100" dist="38100" dir="2700000" algn="tl">
                  <a:srgbClr val="000000">
                    <a:alpha val="43137"/>
                  </a:srgbClr>
                </a:outerShdw>
              </a:effectLst>
            </a:rPr>
            <a:t> 1.4</a:t>
          </a:r>
        </a:p>
      </dsp:txBody>
      <dsp:txXfrm rot="-5400000">
        <a:off x="1" y="2761172"/>
        <a:ext cx="635574" cy="272389"/>
      </dsp:txXfrm>
    </dsp:sp>
    <dsp:sp modelId="{A8246A71-FA1A-4A3F-BFEF-658899758BFA}">
      <dsp:nvSpPr>
        <dsp:cNvPr id="0" name=""/>
        <dsp:cNvSpPr/>
      </dsp:nvSpPr>
      <dsp:spPr>
        <a:xfrm rot="5400000">
          <a:off x="5808644" y="-2729683"/>
          <a:ext cx="590176" cy="10936315"/>
        </a:xfrm>
        <a:prstGeom prst="round2SameRect">
          <a:avLst/>
        </a:prstGeom>
        <a:solidFill>
          <a:schemeClr val="lt1">
            <a:alpha val="90000"/>
            <a:hueOff val="0"/>
            <a:satOff val="0"/>
            <a:lumOff val="0"/>
            <a:alphaOff val="0"/>
          </a:schemeClr>
        </a:solidFill>
        <a:ln w="12700" cap="flat" cmpd="sng" algn="ctr">
          <a:solidFill>
            <a:schemeClr val="accent5">
              <a:hueOff val="-4055126"/>
              <a:satOff val="-10451"/>
              <a:lumOff val="-705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Was given a codename “Merlin” and was released on 6</a:t>
          </a:r>
          <a:r>
            <a:rPr lang="en-US" sz="1800" kern="1200" baseline="30000" dirty="0"/>
            <a:t>th</a:t>
          </a:r>
          <a:r>
            <a:rPr lang="en-US" sz="1800" kern="1200" dirty="0"/>
            <a:t> Feb, 2002</a:t>
          </a:r>
        </a:p>
        <a:p>
          <a:pPr marL="171450" lvl="1" indent="-171450" algn="l" defTabSz="800100">
            <a:lnSpc>
              <a:spcPct val="90000"/>
            </a:lnSpc>
            <a:spcBef>
              <a:spcPct val="0"/>
            </a:spcBef>
            <a:spcAft>
              <a:spcPct val="15000"/>
            </a:spcAft>
            <a:buChar char="•"/>
          </a:pPr>
          <a:r>
            <a:rPr lang="en-US" sz="1800" kern="1200" dirty="0"/>
            <a:t>Contains addition like Library Improvements, Regular expressions </a:t>
          </a:r>
          <a:r>
            <a:rPr lang="en-US" sz="1800" kern="1200" dirty="0" err="1"/>
            <a:t>modelled</a:t>
          </a:r>
          <a:r>
            <a:rPr lang="en-US" sz="1800" kern="1200" dirty="0"/>
            <a:t> after Perl regular Expressions.</a:t>
          </a:r>
        </a:p>
      </dsp:txBody>
      <dsp:txXfrm rot="-5400000">
        <a:off x="635575" y="2472196"/>
        <a:ext cx="10907505" cy="532556"/>
      </dsp:txXfrm>
    </dsp:sp>
    <dsp:sp modelId="{9326E1D0-A05D-41B6-B945-DBD77BD6EE4F}">
      <dsp:nvSpPr>
        <dsp:cNvPr id="0" name=""/>
        <dsp:cNvSpPr/>
      </dsp:nvSpPr>
      <dsp:spPr>
        <a:xfrm rot="5400000">
          <a:off x="-136194" y="3538688"/>
          <a:ext cx="907963" cy="635574"/>
        </a:xfrm>
        <a:prstGeom prst="chevron">
          <a:avLst/>
        </a:prstGeom>
        <a:solidFill>
          <a:schemeClr val="accent5">
            <a:hueOff val="-5406834"/>
            <a:satOff val="-13935"/>
            <a:lumOff val="-9412"/>
            <a:alphaOff val="0"/>
          </a:schemeClr>
        </a:solidFill>
        <a:ln w="12700" cap="flat" cmpd="sng" algn="ctr">
          <a:solidFill>
            <a:schemeClr val="accent5">
              <a:hueOff val="-5406834"/>
              <a:satOff val="-13935"/>
              <a:lumOff val="-9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2004</a:t>
          </a:r>
        </a:p>
        <a:p>
          <a:pPr marL="0" lvl="0" indent="0" algn="ctr" defTabSz="622300">
            <a:lnSpc>
              <a:spcPct val="100000"/>
            </a:lnSpc>
            <a:spcBef>
              <a:spcPct val="0"/>
            </a:spcBef>
            <a:spcAft>
              <a:spcPts val="0"/>
            </a:spcAft>
            <a:buNone/>
          </a:pPr>
          <a:r>
            <a:rPr lang="en-US" sz="1400" b="1" kern="1200" dirty="0" err="1">
              <a:effectLst>
                <a:outerShdw blurRad="38100" dist="38100" dir="2700000" algn="tl">
                  <a:srgbClr val="000000">
                    <a:alpha val="43137"/>
                  </a:srgbClr>
                </a:outerShdw>
              </a:effectLst>
            </a:rPr>
            <a:t>J2SE</a:t>
          </a:r>
          <a:r>
            <a:rPr lang="en-US" sz="1400" b="1" kern="1200" dirty="0">
              <a:effectLst>
                <a:outerShdw blurRad="38100" dist="38100" dir="2700000" algn="tl">
                  <a:srgbClr val="000000">
                    <a:alpha val="43137"/>
                  </a:srgbClr>
                </a:outerShdw>
              </a:effectLst>
            </a:rPr>
            <a:t> 5.0</a:t>
          </a:r>
        </a:p>
      </dsp:txBody>
      <dsp:txXfrm rot="-5400000">
        <a:off x="1" y="3720280"/>
        <a:ext cx="635574" cy="272389"/>
      </dsp:txXfrm>
    </dsp:sp>
    <dsp:sp modelId="{CBEF37C9-B190-41E7-BF20-886610D91C21}">
      <dsp:nvSpPr>
        <dsp:cNvPr id="0" name=""/>
        <dsp:cNvSpPr/>
      </dsp:nvSpPr>
      <dsp:spPr>
        <a:xfrm rot="5400000">
          <a:off x="5662646" y="-1770575"/>
          <a:ext cx="882172" cy="10936315"/>
        </a:xfrm>
        <a:prstGeom prst="round2SameRect">
          <a:avLst/>
        </a:prstGeom>
        <a:solidFill>
          <a:schemeClr val="lt1">
            <a:alpha val="90000"/>
            <a:hueOff val="0"/>
            <a:satOff val="0"/>
            <a:lumOff val="0"/>
            <a:alphaOff val="0"/>
          </a:schemeClr>
        </a:solidFill>
        <a:ln w="12700" cap="flat" cmpd="sng" algn="ctr">
          <a:solidFill>
            <a:schemeClr val="accent5">
              <a:hueOff val="-5406834"/>
              <a:satOff val="-13935"/>
              <a:lumOff val="-941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Was given a codename “Tiger” and was released on 30</a:t>
          </a:r>
          <a:r>
            <a:rPr lang="en-US" sz="1800" kern="1200" baseline="30000" dirty="0"/>
            <a:t>th</a:t>
          </a:r>
          <a:r>
            <a:rPr lang="en-US" sz="1800" kern="1200" dirty="0"/>
            <a:t> Sep, 2004</a:t>
          </a:r>
        </a:p>
        <a:p>
          <a:pPr marL="171450" lvl="1" indent="-171450" algn="l" defTabSz="800100">
            <a:lnSpc>
              <a:spcPct val="90000"/>
            </a:lnSpc>
            <a:spcBef>
              <a:spcPct val="0"/>
            </a:spcBef>
            <a:spcAft>
              <a:spcPct val="15000"/>
            </a:spcAft>
            <a:buChar char="•"/>
          </a:pPr>
          <a:r>
            <a:rPr lang="en-US" sz="1800" kern="1200" dirty="0"/>
            <a:t>Originally numbered as 1.5 which is still used as  its internal version. Added several new language features such as for-each loop</a:t>
          </a:r>
        </a:p>
      </dsp:txBody>
      <dsp:txXfrm rot="-5400000">
        <a:off x="635575" y="3299560"/>
        <a:ext cx="10893251" cy="796044"/>
      </dsp:txXfrm>
    </dsp:sp>
    <dsp:sp modelId="{16E8F8E1-6A38-4C1B-81FD-6D5D5B5DDF49}">
      <dsp:nvSpPr>
        <dsp:cNvPr id="0" name=""/>
        <dsp:cNvSpPr/>
      </dsp:nvSpPr>
      <dsp:spPr>
        <a:xfrm rot="5400000">
          <a:off x="-136194" y="4351797"/>
          <a:ext cx="907963" cy="635574"/>
        </a:xfrm>
        <a:prstGeom prst="chevron">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2006</a:t>
          </a:r>
        </a:p>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Java </a:t>
          </a:r>
          <a:r>
            <a:rPr lang="en-US" sz="1400" b="1" kern="1200" dirty="0" err="1">
              <a:effectLst>
                <a:outerShdw blurRad="38100" dist="38100" dir="2700000" algn="tl">
                  <a:srgbClr val="000000">
                    <a:alpha val="43137"/>
                  </a:srgbClr>
                </a:outerShdw>
              </a:effectLst>
            </a:rPr>
            <a:t>SE6</a:t>
          </a:r>
          <a:endParaRPr lang="en-US" sz="1400" b="1" kern="1200" dirty="0">
            <a:effectLst>
              <a:outerShdw blurRad="38100" dist="38100" dir="2700000" algn="tl">
                <a:srgbClr val="000000">
                  <a:alpha val="43137"/>
                </a:srgbClr>
              </a:outerShdw>
            </a:effectLst>
          </a:endParaRPr>
        </a:p>
      </dsp:txBody>
      <dsp:txXfrm rot="-5400000">
        <a:off x="1" y="4533389"/>
        <a:ext cx="635574" cy="272389"/>
      </dsp:txXfrm>
    </dsp:sp>
    <dsp:sp modelId="{974869C4-3246-4B81-925E-A293B82A3D15}">
      <dsp:nvSpPr>
        <dsp:cNvPr id="0" name=""/>
        <dsp:cNvSpPr/>
      </dsp:nvSpPr>
      <dsp:spPr>
        <a:xfrm rot="5400000">
          <a:off x="5808644" y="-957466"/>
          <a:ext cx="590176" cy="10936315"/>
        </a:xfrm>
        <a:prstGeom prst="round2SameRect">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Was given a codename “Mustang” and was released on 11</a:t>
          </a:r>
          <a:r>
            <a:rPr lang="en-US" sz="1800" kern="1200" baseline="30000" dirty="0"/>
            <a:t>th</a:t>
          </a:r>
          <a:r>
            <a:rPr lang="en-US" sz="1800" kern="1200" dirty="0"/>
            <a:t> Dec, 2006</a:t>
          </a:r>
        </a:p>
        <a:p>
          <a:pPr marL="171450" lvl="1" indent="-171450" algn="l" defTabSz="800100">
            <a:lnSpc>
              <a:spcPct val="90000"/>
            </a:lnSpc>
            <a:spcBef>
              <a:spcPct val="0"/>
            </a:spcBef>
            <a:spcAft>
              <a:spcPct val="15000"/>
            </a:spcAft>
            <a:buChar char="•"/>
          </a:pPr>
          <a:r>
            <a:rPr lang="en-US" sz="1800" kern="1200" dirty="0"/>
            <a:t>Package with database supervisor and encourages the utilization of scripting</a:t>
          </a:r>
        </a:p>
      </dsp:txBody>
      <dsp:txXfrm rot="-5400000">
        <a:off x="635575" y="4244413"/>
        <a:ext cx="10907505" cy="5325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DB8F8A-7E46-4E7B-BB66-F993FF985FEE}">
      <dsp:nvSpPr>
        <dsp:cNvPr id="0" name=""/>
        <dsp:cNvSpPr/>
      </dsp:nvSpPr>
      <dsp:spPr>
        <a:xfrm rot="5400000">
          <a:off x="-113425" y="273663"/>
          <a:ext cx="756171" cy="529320"/>
        </a:xfrm>
        <a:prstGeom prst="chevron">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2011 </a:t>
          </a:r>
        </a:p>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Java </a:t>
          </a:r>
          <a:r>
            <a:rPr lang="en-US" sz="1400" b="1" kern="1200" dirty="0" err="1">
              <a:effectLst>
                <a:outerShdw blurRad="38100" dist="38100" dir="2700000" algn="tl">
                  <a:srgbClr val="000000">
                    <a:alpha val="43137"/>
                  </a:srgbClr>
                </a:outerShdw>
              </a:effectLst>
            </a:rPr>
            <a:t>SE7</a:t>
          </a:r>
          <a:endParaRPr lang="en-US" sz="1400" b="1" kern="1200" dirty="0">
            <a:effectLst>
              <a:outerShdw blurRad="38100" dist="38100" dir="2700000" algn="tl">
                <a:srgbClr val="000000">
                  <a:alpha val="43137"/>
                </a:srgbClr>
              </a:outerShdw>
            </a:effectLst>
          </a:endParaRPr>
        </a:p>
      </dsp:txBody>
      <dsp:txXfrm rot="-5400000">
        <a:off x="1" y="424897"/>
        <a:ext cx="529320" cy="226851"/>
      </dsp:txXfrm>
    </dsp:sp>
    <dsp:sp modelId="{A9FB8658-F8F7-4B31-A4C1-9F65EEDAF536}">
      <dsp:nvSpPr>
        <dsp:cNvPr id="0" name=""/>
        <dsp:cNvSpPr/>
      </dsp:nvSpPr>
      <dsp:spPr>
        <a:xfrm rot="5400000">
          <a:off x="5218300" y="-4669319"/>
          <a:ext cx="801040" cy="10150626"/>
        </a:xfrm>
        <a:prstGeom prst="round2Same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Was given a codename “</a:t>
          </a:r>
          <a:r>
            <a:rPr lang="en-US" sz="1800" kern="1200" dirty="0" err="1"/>
            <a:t>Dophin</a:t>
          </a:r>
          <a:r>
            <a:rPr lang="en-US" sz="1800" kern="1200" dirty="0"/>
            <a:t>” and was released on 7th July, 2011</a:t>
          </a:r>
        </a:p>
        <a:p>
          <a:pPr marL="171450" lvl="1" indent="-171450" algn="l" defTabSz="800100">
            <a:lnSpc>
              <a:spcPct val="90000"/>
            </a:lnSpc>
            <a:spcBef>
              <a:spcPct val="0"/>
            </a:spcBef>
            <a:spcAft>
              <a:spcPct val="15000"/>
            </a:spcAft>
            <a:buChar char="•"/>
          </a:pPr>
          <a:r>
            <a:rPr lang="en-US" sz="1800" kern="1200" dirty="0"/>
            <a:t>Add small language changes including string in switch. The </a:t>
          </a:r>
          <a:r>
            <a:rPr lang="en-US" sz="1800" kern="1200" dirty="0" err="1"/>
            <a:t>JVM</a:t>
          </a:r>
          <a:r>
            <a:rPr lang="en-US" sz="1800" kern="1200" dirty="0"/>
            <a:t> was extended with support for dynamic languages</a:t>
          </a:r>
        </a:p>
      </dsp:txBody>
      <dsp:txXfrm rot="-5400000">
        <a:off x="543507" y="44578"/>
        <a:ext cx="10111522" cy="722832"/>
      </dsp:txXfrm>
    </dsp:sp>
    <dsp:sp modelId="{ED7628B4-FF83-4458-955E-92F483DF47CA}">
      <dsp:nvSpPr>
        <dsp:cNvPr id="0" name=""/>
        <dsp:cNvSpPr/>
      </dsp:nvSpPr>
      <dsp:spPr>
        <a:xfrm rot="5400000">
          <a:off x="-113425" y="1008379"/>
          <a:ext cx="756171" cy="529320"/>
        </a:xfrm>
        <a:prstGeom prst="chevron">
          <a:avLst/>
        </a:prstGeom>
        <a:solidFill>
          <a:schemeClr val="accent5">
            <a:hueOff val="-1351709"/>
            <a:satOff val="-3484"/>
            <a:lumOff val="-2353"/>
            <a:alphaOff val="0"/>
          </a:schemeClr>
        </a:solidFill>
        <a:ln w="12700" cap="flat" cmpd="sng" algn="ctr">
          <a:solidFill>
            <a:schemeClr val="accent5">
              <a:hueOff val="-1351709"/>
              <a:satOff val="-3484"/>
              <a:lumOff val="-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2014</a:t>
          </a:r>
        </a:p>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Java </a:t>
          </a:r>
          <a:r>
            <a:rPr lang="en-US" sz="1400" b="1" kern="1200" dirty="0" err="1">
              <a:effectLst>
                <a:outerShdw blurRad="38100" dist="38100" dir="2700000" algn="tl">
                  <a:srgbClr val="000000">
                    <a:alpha val="43137"/>
                  </a:srgbClr>
                </a:outerShdw>
              </a:effectLst>
            </a:rPr>
            <a:t>SE8</a:t>
          </a:r>
          <a:endParaRPr lang="en-US" sz="1400" b="1" kern="1200" dirty="0">
            <a:effectLst>
              <a:outerShdw blurRad="38100" dist="38100" dir="2700000" algn="tl">
                <a:srgbClr val="000000">
                  <a:alpha val="43137"/>
                </a:srgbClr>
              </a:outerShdw>
            </a:effectLst>
          </a:endParaRPr>
        </a:p>
      </dsp:txBody>
      <dsp:txXfrm rot="-5400000">
        <a:off x="1" y="1159613"/>
        <a:ext cx="529320" cy="226851"/>
      </dsp:txXfrm>
    </dsp:sp>
    <dsp:sp modelId="{90C39274-10B6-4B52-8683-05E943D25E2D}">
      <dsp:nvSpPr>
        <dsp:cNvPr id="0" name=""/>
        <dsp:cNvSpPr/>
      </dsp:nvSpPr>
      <dsp:spPr>
        <a:xfrm rot="5400000">
          <a:off x="5741728" y="-4309474"/>
          <a:ext cx="601988" cy="11026804"/>
        </a:xfrm>
        <a:prstGeom prst="round2SameRect">
          <a:avLst/>
        </a:prstGeom>
        <a:solidFill>
          <a:schemeClr val="lt1">
            <a:alpha val="90000"/>
            <a:hueOff val="0"/>
            <a:satOff val="0"/>
            <a:lumOff val="0"/>
            <a:alphaOff val="0"/>
          </a:schemeClr>
        </a:solidFill>
        <a:ln w="12700" cap="flat" cmpd="sng" algn="ctr">
          <a:solidFill>
            <a:schemeClr val="accent5">
              <a:hueOff val="-1351709"/>
              <a:satOff val="-3484"/>
              <a:lumOff val="-235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Was released on 18</a:t>
          </a:r>
          <a:r>
            <a:rPr lang="en-US" sz="1800" kern="1200" baseline="30000" dirty="0"/>
            <a:t>th</a:t>
          </a:r>
          <a:r>
            <a:rPr lang="en-US" sz="1800" kern="1200" dirty="0"/>
            <a:t> Mar, 2014.</a:t>
          </a:r>
        </a:p>
        <a:p>
          <a:pPr marL="171450" lvl="1" indent="-171450" algn="l" defTabSz="800100">
            <a:lnSpc>
              <a:spcPct val="90000"/>
            </a:lnSpc>
            <a:spcBef>
              <a:spcPct val="0"/>
            </a:spcBef>
            <a:spcAft>
              <a:spcPct val="15000"/>
            </a:spcAft>
            <a:buChar char="•"/>
          </a:pPr>
          <a:r>
            <a:rPr lang="en-US" sz="1800" kern="1200" dirty="0"/>
            <a:t>Language level support for lambda expressions, default methods and new date and time API </a:t>
          </a:r>
          <a:r>
            <a:rPr lang="en-US" sz="1800" kern="1200" dirty="0" err="1"/>
            <a:t>inspried</a:t>
          </a:r>
          <a:r>
            <a:rPr lang="en-US" sz="1800" kern="1200" dirty="0"/>
            <a:t> by </a:t>
          </a:r>
          <a:r>
            <a:rPr lang="en-US" sz="1800" kern="1200" dirty="0" err="1"/>
            <a:t>Joda</a:t>
          </a:r>
          <a:r>
            <a:rPr lang="en-US" sz="1800" kern="1200" dirty="0"/>
            <a:t> Time</a:t>
          </a:r>
        </a:p>
      </dsp:txBody>
      <dsp:txXfrm rot="-5400000">
        <a:off x="529321" y="932320"/>
        <a:ext cx="10997417" cy="543214"/>
      </dsp:txXfrm>
    </dsp:sp>
    <dsp:sp modelId="{AE826B0B-C673-45FA-AEDE-8CF1526CD4AD}">
      <dsp:nvSpPr>
        <dsp:cNvPr id="0" name=""/>
        <dsp:cNvSpPr/>
      </dsp:nvSpPr>
      <dsp:spPr>
        <a:xfrm rot="5400000">
          <a:off x="-113425" y="1816933"/>
          <a:ext cx="756171" cy="529320"/>
        </a:xfrm>
        <a:prstGeom prst="chevron">
          <a:avLst/>
        </a:prstGeom>
        <a:solidFill>
          <a:schemeClr val="accent5">
            <a:hueOff val="-2703417"/>
            <a:satOff val="-6968"/>
            <a:lumOff val="-4706"/>
            <a:alphaOff val="0"/>
          </a:schemeClr>
        </a:solidFill>
        <a:ln w="12700" cap="flat" cmpd="sng" algn="ctr">
          <a:solidFill>
            <a:schemeClr val="accent5">
              <a:hueOff val="-2703417"/>
              <a:satOff val="-6968"/>
              <a:lumOff val="-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2017</a:t>
          </a:r>
        </a:p>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Java </a:t>
          </a:r>
          <a:r>
            <a:rPr lang="en-US" sz="1400" b="1" kern="1200" dirty="0" err="1">
              <a:effectLst>
                <a:outerShdw blurRad="38100" dist="38100" dir="2700000" algn="tl">
                  <a:srgbClr val="000000">
                    <a:alpha val="43137"/>
                  </a:srgbClr>
                </a:outerShdw>
              </a:effectLst>
            </a:rPr>
            <a:t>SE9</a:t>
          </a:r>
          <a:endParaRPr lang="en-US" sz="1400" b="1" kern="1200" dirty="0">
            <a:effectLst>
              <a:outerShdw blurRad="38100" dist="38100" dir="2700000" algn="tl">
                <a:srgbClr val="000000">
                  <a:alpha val="43137"/>
                </a:srgbClr>
              </a:outerShdw>
            </a:effectLst>
          </a:endParaRPr>
        </a:p>
      </dsp:txBody>
      <dsp:txXfrm rot="-5400000">
        <a:off x="1" y="1968167"/>
        <a:ext cx="529320" cy="226851"/>
      </dsp:txXfrm>
    </dsp:sp>
    <dsp:sp modelId="{B6DACE12-D5A8-4C5A-9896-8D5646A29BC1}">
      <dsp:nvSpPr>
        <dsp:cNvPr id="0" name=""/>
        <dsp:cNvSpPr/>
      </dsp:nvSpPr>
      <dsp:spPr>
        <a:xfrm rot="5400000">
          <a:off x="5667890" y="-3547997"/>
          <a:ext cx="749663" cy="11026804"/>
        </a:xfrm>
        <a:prstGeom prst="round2SameRect">
          <a:avLst/>
        </a:prstGeom>
        <a:solidFill>
          <a:schemeClr val="lt1">
            <a:alpha val="90000"/>
            <a:hueOff val="0"/>
            <a:satOff val="0"/>
            <a:lumOff val="0"/>
            <a:alphaOff val="0"/>
          </a:schemeClr>
        </a:solidFill>
        <a:ln w="12700" cap="flat" cmpd="sng" algn="ctr">
          <a:solidFill>
            <a:schemeClr val="accent5">
              <a:hueOff val="-2703417"/>
              <a:satOff val="-6968"/>
              <a:lumOff val="-47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Was released on </a:t>
          </a:r>
          <a:r>
            <a:rPr lang="en-US" sz="1800" kern="1200" dirty="0" err="1"/>
            <a:t>21</a:t>
          </a:r>
          <a:r>
            <a:rPr lang="en-US" sz="1800" kern="1200" baseline="30000" dirty="0" err="1"/>
            <a:t>th</a:t>
          </a:r>
          <a:r>
            <a:rPr lang="en-US" sz="1800" kern="1200" dirty="0"/>
            <a:t>  Sep, 2017.</a:t>
          </a:r>
        </a:p>
        <a:p>
          <a:pPr marL="171450" lvl="1" indent="-171450" algn="l" defTabSz="800100">
            <a:lnSpc>
              <a:spcPct val="90000"/>
            </a:lnSpc>
            <a:spcBef>
              <a:spcPct val="0"/>
            </a:spcBef>
            <a:spcAft>
              <a:spcPct val="15000"/>
            </a:spcAft>
            <a:buChar char="•"/>
          </a:pPr>
          <a:r>
            <a:rPr lang="en-US" sz="1800" kern="1200" dirty="0"/>
            <a:t>Projects Jigsaw: designing and implementing a standard, module system for the Java SE platform, and to apply that systems to the platform itself and the </a:t>
          </a:r>
          <a:r>
            <a:rPr lang="en-US" sz="1800" kern="1200" dirty="0" err="1"/>
            <a:t>JDK</a:t>
          </a:r>
          <a:endParaRPr lang="en-US" sz="1800" kern="1200" dirty="0"/>
        </a:p>
      </dsp:txBody>
      <dsp:txXfrm rot="-5400000">
        <a:off x="529320" y="1627169"/>
        <a:ext cx="10990208" cy="676471"/>
      </dsp:txXfrm>
    </dsp:sp>
    <dsp:sp modelId="{EEE5C1A1-5837-487E-AB97-70BB55E9327C}">
      <dsp:nvSpPr>
        <dsp:cNvPr id="0" name=""/>
        <dsp:cNvSpPr/>
      </dsp:nvSpPr>
      <dsp:spPr>
        <a:xfrm rot="5400000">
          <a:off x="-212170" y="2648138"/>
          <a:ext cx="953660" cy="529320"/>
        </a:xfrm>
        <a:prstGeom prst="chevron">
          <a:avLst/>
        </a:prstGeom>
        <a:solidFill>
          <a:schemeClr val="accent5">
            <a:hueOff val="-4055126"/>
            <a:satOff val="-10451"/>
            <a:lumOff val="-7059"/>
            <a:alphaOff val="0"/>
          </a:schemeClr>
        </a:solidFill>
        <a:ln w="12700" cap="flat" cmpd="sng" algn="ctr">
          <a:solidFill>
            <a:schemeClr val="accent5">
              <a:hueOff val="-4055126"/>
              <a:satOff val="-10451"/>
              <a:lumOff val="-70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2018</a:t>
          </a:r>
        </a:p>
        <a:p>
          <a:pPr marL="0" lvl="0" indent="0" algn="ctr" defTabSz="622300">
            <a:lnSpc>
              <a:spcPct val="100000"/>
            </a:lnSpc>
            <a:spcBef>
              <a:spcPct val="0"/>
            </a:spcBef>
            <a:spcAft>
              <a:spcPts val="0"/>
            </a:spcAft>
            <a:buNone/>
          </a:pPr>
          <a:r>
            <a:rPr lang="en-US" sz="1400" b="1" kern="1200" dirty="0">
              <a:effectLst>
                <a:outerShdw blurRad="38100" dist="38100" dir="2700000" algn="tl">
                  <a:srgbClr val="000000">
                    <a:alpha val="43137"/>
                  </a:srgbClr>
                </a:outerShdw>
              </a:effectLst>
            </a:rPr>
            <a:t>Java SE 10</a:t>
          </a:r>
        </a:p>
      </dsp:txBody>
      <dsp:txXfrm rot="-5400000">
        <a:off x="0" y="2700628"/>
        <a:ext cx="529320" cy="424340"/>
      </dsp:txXfrm>
    </dsp:sp>
    <dsp:sp modelId="{A8246A71-FA1A-4A3F-BFEF-658899758BFA}">
      <dsp:nvSpPr>
        <dsp:cNvPr id="0" name=""/>
        <dsp:cNvSpPr/>
      </dsp:nvSpPr>
      <dsp:spPr>
        <a:xfrm rot="5400000">
          <a:off x="5645239" y="-2685070"/>
          <a:ext cx="794965" cy="11026804"/>
        </a:xfrm>
        <a:prstGeom prst="round2SameRect">
          <a:avLst/>
        </a:prstGeom>
        <a:solidFill>
          <a:schemeClr val="lt1">
            <a:alpha val="90000"/>
            <a:hueOff val="0"/>
            <a:satOff val="0"/>
            <a:lumOff val="0"/>
            <a:alphaOff val="0"/>
          </a:schemeClr>
        </a:solidFill>
        <a:ln w="12700" cap="flat" cmpd="sng" algn="ctr">
          <a:solidFill>
            <a:schemeClr val="accent5">
              <a:hueOff val="-4055126"/>
              <a:satOff val="-10451"/>
              <a:lumOff val="-705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Was released on 20</a:t>
          </a:r>
          <a:r>
            <a:rPr lang="en-US" sz="1800" kern="1200" baseline="30000" dirty="0"/>
            <a:t>th</a:t>
          </a:r>
          <a:r>
            <a:rPr lang="en-US" sz="1800" kern="1200" dirty="0"/>
            <a:t> Mar, 2018</a:t>
          </a:r>
        </a:p>
        <a:p>
          <a:pPr marL="171450" lvl="1" indent="-171450" algn="l" defTabSz="800100">
            <a:lnSpc>
              <a:spcPct val="90000"/>
            </a:lnSpc>
            <a:spcBef>
              <a:spcPct val="0"/>
            </a:spcBef>
            <a:spcAft>
              <a:spcPct val="15000"/>
            </a:spcAft>
            <a:buChar char="•"/>
          </a:pPr>
          <a:r>
            <a:rPr lang="en-US" sz="1800" kern="1200" dirty="0"/>
            <a:t>Contains addition like additional Unicode  language-tag  </a:t>
          </a:r>
          <a:r>
            <a:rPr lang="en-US" sz="1800" kern="1200" dirty="0" err="1"/>
            <a:t>extenstions</a:t>
          </a:r>
          <a:r>
            <a:rPr lang="en-US" sz="1800" kern="1200" dirty="0"/>
            <a:t> , Root certificates, Thread-local handshakes, Heap allocation on alternative memory devices.</a:t>
          </a:r>
        </a:p>
      </dsp:txBody>
      <dsp:txXfrm rot="-5400000">
        <a:off x="529320" y="2469656"/>
        <a:ext cx="10987997" cy="717351"/>
      </dsp:txXfrm>
    </dsp:sp>
    <dsp:sp modelId="{9F8D7336-72D4-4056-A9B3-B647D16F3C73}">
      <dsp:nvSpPr>
        <dsp:cNvPr id="0" name=""/>
        <dsp:cNvSpPr/>
      </dsp:nvSpPr>
      <dsp:spPr>
        <a:xfrm rot="5400000">
          <a:off x="-212170" y="3570998"/>
          <a:ext cx="953660" cy="529320"/>
        </a:xfrm>
        <a:prstGeom prst="chevron">
          <a:avLst/>
        </a:prstGeom>
        <a:solidFill>
          <a:schemeClr val="accent5">
            <a:hueOff val="-5406834"/>
            <a:satOff val="-13935"/>
            <a:lumOff val="-9412"/>
            <a:alphaOff val="0"/>
          </a:schemeClr>
        </a:solidFill>
        <a:ln w="12700" cap="flat" cmpd="sng" algn="ctr">
          <a:solidFill>
            <a:schemeClr val="accent5">
              <a:hueOff val="-5406834"/>
              <a:satOff val="-13935"/>
              <a:lumOff val="-9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2018</a:t>
          </a:r>
        </a:p>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Java SE 11</a:t>
          </a:r>
          <a:endParaRPr lang="en-US" sz="1400" kern="1200" dirty="0"/>
        </a:p>
      </dsp:txBody>
      <dsp:txXfrm rot="-5400000">
        <a:off x="0" y="3623488"/>
        <a:ext cx="529320" cy="424340"/>
      </dsp:txXfrm>
    </dsp:sp>
    <dsp:sp modelId="{E9DBFFF9-E754-4370-9BB2-A256287D5827}">
      <dsp:nvSpPr>
        <dsp:cNvPr id="0" name=""/>
        <dsp:cNvSpPr/>
      </dsp:nvSpPr>
      <dsp:spPr>
        <a:xfrm rot="5400000">
          <a:off x="5652329" y="-1778165"/>
          <a:ext cx="780785" cy="11026804"/>
        </a:xfrm>
        <a:prstGeom prst="round2SameRect">
          <a:avLst/>
        </a:prstGeom>
        <a:solidFill>
          <a:schemeClr val="lt1">
            <a:alpha val="90000"/>
            <a:hueOff val="0"/>
            <a:satOff val="0"/>
            <a:lumOff val="0"/>
            <a:alphaOff val="0"/>
          </a:schemeClr>
        </a:solidFill>
        <a:ln w="12700" cap="flat" cmpd="sng" algn="ctr">
          <a:solidFill>
            <a:schemeClr val="accent5">
              <a:hueOff val="-5406834"/>
              <a:satOff val="-13935"/>
              <a:lumOff val="-941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Was released on 25</a:t>
          </a:r>
          <a:r>
            <a:rPr lang="en-US" sz="1800" kern="1200" baseline="30000" dirty="0"/>
            <a:t>th</a:t>
          </a:r>
          <a:r>
            <a:rPr lang="en-US" sz="1800" kern="1200" dirty="0"/>
            <a:t> Sep, 2018</a:t>
          </a:r>
        </a:p>
        <a:p>
          <a:pPr marL="171450" lvl="1" indent="-171450" algn="l" defTabSz="800100">
            <a:lnSpc>
              <a:spcPct val="90000"/>
            </a:lnSpc>
            <a:spcBef>
              <a:spcPct val="0"/>
            </a:spcBef>
            <a:spcAft>
              <a:spcPct val="15000"/>
            </a:spcAft>
            <a:buChar char="•"/>
          </a:pPr>
          <a:r>
            <a:rPr lang="en-US" sz="1800" kern="1200" dirty="0"/>
            <a:t>Contains addition like Dynamic class-file constant, Epsilon: a no-op garbage collector, local-variable syntax for lambda parameters, Low-</a:t>
          </a:r>
          <a:r>
            <a:rPr lang="en-US" sz="1800" kern="1200" dirty="0" err="1"/>
            <a:t>overheap</a:t>
          </a:r>
          <a:r>
            <a:rPr lang="en-US" sz="1800" kern="1200" dirty="0"/>
            <a:t> heap profiling.</a:t>
          </a:r>
        </a:p>
      </dsp:txBody>
      <dsp:txXfrm rot="-5400000">
        <a:off x="529320" y="3382959"/>
        <a:ext cx="10988689" cy="704555"/>
      </dsp:txXfrm>
    </dsp:sp>
    <dsp:sp modelId="{09FDBA2E-11AD-4A62-958C-D9D7C2A9024F}">
      <dsp:nvSpPr>
        <dsp:cNvPr id="0" name=""/>
        <dsp:cNvSpPr/>
      </dsp:nvSpPr>
      <dsp:spPr>
        <a:xfrm rot="5400000">
          <a:off x="-212170" y="4534648"/>
          <a:ext cx="953660" cy="529320"/>
        </a:xfrm>
        <a:prstGeom prst="chevron">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2019</a:t>
          </a:r>
        </a:p>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Java SE 12</a:t>
          </a:r>
          <a:endParaRPr lang="en-US" sz="1400" kern="1200" dirty="0"/>
        </a:p>
      </dsp:txBody>
      <dsp:txXfrm rot="-5400000">
        <a:off x="0" y="4587138"/>
        <a:ext cx="529320" cy="424340"/>
      </dsp:txXfrm>
    </dsp:sp>
    <dsp:sp modelId="{8E294EB8-222C-4B20-8F1B-3BCCAF5EC579}">
      <dsp:nvSpPr>
        <dsp:cNvPr id="0" name=""/>
        <dsp:cNvSpPr/>
      </dsp:nvSpPr>
      <dsp:spPr>
        <a:xfrm rot="5400000">
          <a:off x="5611539" y="-846423"/>
          <a:ext cx="862366" cy="11026804"/>
        </a:xfrm>
        <a:prstGeom prst="round2SameRect">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Was released on 19</a:t>
          </a:r>
          <a:r>
            <a:rPr lang="en-US" sz="1800" kern="1200" baseline="30000" dirty="0"/>
            <a:t>th</a:t>
          </a:r>
          <a:r>
            <a:rPr lang="en-US" sz="1800" kern="1200" dirty="0"/>
            <a:t> Mar, 2019</a:t>
          </a:r>
        </a:p>
        <a:p>
          <a:pPr marL="171450" lvl="1" indent="-171450" algn="l" defTabSz="800100">
            <a:lnSpc>
              <a:spcPct val="90000"/>
            </a:lnSpc>
            <a:spcBef>
              <a:spcPct val="0"/>
            </a:spcBef>
            <a:spcAft>
              <a:spcPct val="15000"/>
            </a:spcAft>
            <a:buChar char="•"/>
          </a:pPr>
          <a:r>
            <a:rPr lang="en-US" sz="1800" kern="1200" dirty="0"/>
            <a:t>Contains addition like Shenandoah: a Low-Pause-Time Garbage Collector (Experimental) </a:t>
          </a:r>
          <a:r>
            <a:rPr lang="en-US" sz="1800" kern="1200" dirty="0" err="1"/>
            <a:t>Microbenchmark</a:t>
          </a:r>
          <a:r>
            <a:rPr lang="en-US" sz="1800" kern="1200" dirty="0"/>
            <a:t> Suite, Switch Expressions (Preview), </a:t>
          </a:r>
          <a:r>
            <a:rPr lang="en-US" sz="1800" kern="1200" dirty="0" err="1"/>
            <a:t>JVM</a:t>
          </a:r>
          <a:r>
            <a:rPr lang="en-US" sz="1800" kern="1200" dirty="0"/>
            <a:t> constants API.</a:t>
          </a:r>
        </a:p>
      </dsp:txBody>
      <dsp:txXfrm rot="-5400000">
        <a:off x="529321" y="4277892"/>
        <a:ext cx="10984707" cy="778172"/>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DC2CD-8613-D146-8518-AC99D946DF95}" type="datetimeFigureOut">
              <a:rPr lang="en-US" smtClean="0"/>
              <a:t>29/12/2020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C4CF9-69BC-034A-86DA-E1DADC6FAF10}" type="slidenum">
              <a:rPr lang="en-US" smtClean="0"/>
              <a:t>‹#›</a:t>
            </a:fld>
            <a:endParaRPr lang="en-US"/>
          </a:p>
        </p:txBody>
      </p:sp>
    </p:spTree>
    <p:extLst>
      <p:ext uri="{BB962C8B-B14F-4D97-AF65-F5344CB8AC3E}">
        <p14:creationId xmlns:p14="http://schemas.microsoft.com/office/powerpoint/2010/main" val="149881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techlead.vn/java-ide-10-ide-tot-nhat-cho-cac-lap-trinh-vien-java/"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unicode-table.com/en/"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javatpoint.com/java-string-format"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javatpoint.com/java-string-format"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https://niithanoi.edu.vn/nen-hoc-java-hay-c-sharp.html</a:t>
            </a:r>
          </a:p>
        </p:txBody>
      </p:sp>
      <p:sp>
        <p:nvSpPr>
          <p:cNvPr id="4" name="Slide Number Placeholder 3"/>
          <p:cNvSpPr>
            <a:spLocks noGrp="1"/>
          </p:cNvSpPr>
          <p:nvPr>
            <p:ph type="sldNum" sz="quarter" idx="5"/>
          </p:nvPr>
        </p:nvSpPr>
        <p:spPr/>
        <p:txBody>
          <a:bodyPr/>
          <a:lstStyle/>
          <a:p>
            <a:fld id="{04EC4CF9-69BC-034A-86DA-E1DADC6FAF10}" type="slidenum">
              <a:rPr lang="en-US" smtClean="0"/>
              <a:t>2</a:t>
            </a:fld>
            <a:endParaRPr lang="en-US"/>
          </a:p>
        </p:txBody>
      </p:sp>
    </p:spTree>
    <p:extLst>
      <p:ext uri="{BB962C8B-B14F-4D97-AF65-F5344CB8AC3E}">
        <p14:creationId xmlns:p14="http://schemas.microsoft.com/office/powerpoint/2010/main" val="4067432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a:t>
            </a:r>
            <a:r>
              <a:rPr lang="en-US" dirty="0" err="1">
                <a:hlinkClick r:id="rId3"/>
              </a:rPr>
              <a:t>www.techlead.vn</a:t>
            </a:r>
            <a:r>
              <a:rPr lang="en-US" dirty="0">
                <a:hlinkClick r:id="rId3"/>
              </a:rPr>
              <a:t>/java-ide-10-ide-tot-</a:t>
            </a:r>
            <a:r>
              <a:rPr lang="en-US" dirty="0" err="1">
                <a:hlinkClick r:id="rId3"/>
              </a:rPr>
              <a:t>nhat</a:t>
            </a:r>
            <a:r>
              <a:rPr lang="en-US" dirty="0">
                <a:hlinkClick r:id="rId3"/>
              </a:rPr>
              <a:t>-</a:t>
            </a:r>
            <a:r>
              <a:rPr lang="en-US" dirty="0" err="1">
                <a:hlinkClick r:id="rId3"/>
              </a:rPr>
              <a:t>cho</a:t>
            </a:r>
            <a:r>
              <a:rPr lang="en-US" dirty="0">
                <a:hlinkClick r:id="rId3"/>
              </a:rPr>
              <a:t>-</a:t>
            </a:r>
            <a:r>
              <a:rPr lang="en-US" dirty="0" err="1">
                <a:hlinkClick r:id="rId3"/>
              </a:rPr>
              <a:t>cac</a:t>
            </a:r>
            <a:r>
              <a:rPr lang="en-US" dirty="0">
                <a:hlinkClick r:id="rId3"/>
              </a:rPr>
              <a:t>-lap-</a:t>
            </a:r>
            <a:r>
              <a:rPr lang="en-US" dirty="0" err="1">
                <a:hlinkClick r:id="rId3"/>
              </a:rPr>
              <a:t>trinh</a:t>
            </a:r>
            <a:r>
              <a:rPr lang="en-US" dirty="0">
                <a:hlinkClick r:id="rId3"/>
              </a:rPr>
              <a:t>-</a:t>
            </a:r>
            <a:r>
              <a:rPr lang="en-US" dirty="0" err="1">
                <a:hlinkClick r:id="rId3"/>
              </a:rPr>
              <a:t>vien</a:t>
            </a:r>
            <a:r>
              <a:rPr lang="en-US" dirty="0">
                <a:hlinkClick r:id="rId3"/>
              </a:rPr>
              <a:t>-java/</a:t>
            </a:r>
            <a:endParaRPr lang="en-US" dirty="0"/>
          </a:p>
        </p:txBody>
      </p:sp>
      <p:sp>
        <p:nvSpPr>
          <p:cNvPr id="4" name="Slide Number Placeholder 3"/>
          <p:cNvSpPr>
            <a:spLocks noGrp="1"/>
          </p:cNvSpPr>
          <p:nvPr>
            <p:ph type="sldNum" sz="quarter" idx="10"/>
          </p:nvPr>
        </p:nvSpPr>
        <p:spPr/>
        <p:txBody>
          <a:bodyPr/>
          <a:lstStyle/>
          <a:p>
            <a:fld id="{04EC4CF9-69BC-034A-86DA-E1DADC6FAF10}" type="slidenum">
              <a:rPr lang="en-US" smtClean="0"/>
              <a:t>10</a:t>
            </a:fld>
            <a:endParaRPr lang="en-US"/>
          </a:p>
        </p:txBody>
      </p:sp>
    </p:spTree>
    <p:extLst>
      <p:ext uri="{BB962C8B-B14F-4D97-AF65-F5344CB8AC3E}">
        <p14:creationId xmlns:p14="http://schemas.microsoft.com/office/powerpoint/2010/main" val="137375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K</a:t>
            </a:r>
            <a:r>
              <a:rPr lang="vi-VN" sz="1200" b="0" i="0" kern="1200" dirty="0">
                <a:solidFill>
                  <a:schemeClr val="tx1"/>
                </a:solidFill>
                <a:effectLst/>
                <a:latin typeface="+mn-lt"/>
                <a:ea typeface="+mn-ea"/>
                <a:cs typeface="+mn-cs"/>
              </a:rPr>
              <a:t>hi sử dụng kiểu dữ liệu cho biến bạn phải cân nhắc đến độ lớn lưu trữ của chúng. Bạn không nên lúc nào cũng sử dụng kiểu dữ liệu </a:t>
            </a:r>
            <a:r>
              <a:rPr lang="vi-VN" sz="1200" b="1" i="1" kern="1200" dirty="0">
                <a:solidFill>
                  <a:schemeClr val="tx1"/>
                </a:solidFill>
                <a:effectLst/>
                <a:latin typeface="+mn-lt"/>
                <a:ea typeface="+mn-ea"/>
                <a:cs typeface="+mn-cs"/>
              </a:rPr>
              <a:t>long</a:t>
            </a:r>
            <a:r>
              <a:rPr lang="vi-VN" sz="1200" b="0" i="0" kern="1200" dirty="0">
                <a:solidFill>
                  <a:schemeClr val="tx1"/>
                </a:solidFill>
                <a:effectLst/>
                <a:latin typeface="+mn-lt"/>
                <a:ea typeface="+mn-ea"/>
                <a:cs typeface="+mn-cs"/>
              </a:rPr>
              <a:t> cho tất cả các trường hợp vì như vậy sẽ làm tiêu hao bộ nhớ của hệ thống khi chương trình được khởi chạy. Bạn nên biết giới hạn của biến để đưa ra kiểu dữ liệu phù hợp. Ví dụ nếu dùng biến để lưu trữ các tháng trong năm, thì kiểu </a:t>
            </a:r>
            <a:r>
              <a:rPr lang="vi-VN" sz="1200" b="1" i="1" kern="1200" dirty="0">
                <a:solidFill>
                  <a:schemeClr val="tx1"/>
                </a:solidFill>
                <a:effectLst/>
                <a:latin typeface="+mn-lt"/>
                <a:ea typeface="+mn-ea"/>
                <a:cs typeface="+mn-cs"/>
              </a:rPr>
              <a:t>byte</a:t>
            </a:r>
            <a:r>
              <a:rPr lang="vi-VN" sz="1200" b="0" i="0" kern="1200" dirty="0">
                <a:solidFill>
                  <a:schemeClr val="tx1"/>
                </a:solidFill>
                <a:effectLst/>
                <a:latin typeface="+mn-lt"/>
                <a:ea typeface="+mn-ea"/>
                <a:cs typeface="+mn-cs"/>
              </a:rPr>
              <a:t> là đủ. Hoặc dùng biến để lưu tiền lương của nhân viên theo VND, thì dùng kiểu </a:t>
            </a:r>
            <a:r>
              <a:rPr lang="vi-VN" sz="1200" b="1" i="1" kern="1200" dirty="0">
                <a:solidFill>
                  <a:schemeClr val="tx1"/>
                </a:solidFill>
                <a:effectLst/>
                <a:latin typeface="+mn-lt"/>
                <a:ea typeface="+mn-ea"/>
                <a:cs typeface="+mn-cs"/>
              </a:rPr>
              <a:t>int</a:t>
            </a:r>
            <a:r>
              <a:rPr lang="vi-VN" sz="1200" b="0" i="0" kern="1200" dirty="0">
                <a:solidFill>
                  <a:schemeClr val="tx1"/>
                </a:solidFill>
                <a:effectLst/>
                <a:latin typeface="+mn-lt"/>
                <a:ea typeface="+mn-ea"/>
                <a:cs typeface="+mn-cs"/>
              </a:rPr>
              <a:t>, nhưng nếu chương trình của bạn lưu trữ toàn người giàu thì lương có thể được sử dụng kiểu </a:t>
            </a:r>
            <a:r>
              <a:rPr lang="vi-VN" sz="1200" b="1" i="1" kern="1200" dirty="0">
                <a:solidFill>
                  <a:schemeClr val="tx1"/>
                </a:solidFill>
                <a:effectLst/>
                <a:latin typeface="+mn-lt"/>
                <a:ea typeface="+mn-ea"/>
                <a:cs typeface="+mn-cs"/>
              </a:rPr>
              <a:t>long</a:t>
            </a:r>
            <a:r>
              <a:rPr lang="vi-VN" sz="1200" b="0" i="0" kern="1200" dirty="0">
                <a:solidFill>
                  <a:schemeClr val="tx1"/>
                </a:solidFill>
                <a:effectLst/>
                <a:latin typeface="+mn-lt"/>
                <a:ea typeface="+mn-ea"/>
                <a:cs typeface="+mn-cs"/>
              </a:rPr>
              <a:t> </a:t>
            </a:r>
            <a:endParaRPr lang="en-US" sz="1200" dirty="0">
              <a:latin typeface="Arial Unicode MS" pitchFamily="34" charset="-128"/>
              <a:ea typeface="Arial Unicode MS" pitchFamily="34" charset="-128"/>
              <a:cs typeface="Arial Unicode MS" pitchFamily="34" charset="-128"/>
            </a:endParaRPr>
          </a:p>
        </p:txBody>
      </p:sp>
      <p:sp>
        <p:nvSpPr>
          <p:cNvPr id="4" name="Slide Number Placeholder 3"/>
          <p:cNvSpPr>
            <a:spLocks noGrp="1"/>
          </p:cNvSpPr>
          <p:nvPr>
            <p:ph type="sldNum" sz="quarter" idx="10"/>
          </p:nvPr>
        </p:nvSpPr>
        <p:spPr/>
        <p:txBody>
          <a:bodyPr/>
          <a:lstStyle/>
          <a:p>
            <a:fld id="{04EC4CF9-69BC-034A-86DA-E1DADC6FAF10}" type="slidenum">
              <a:rPr lang="en-US" smtClean="0"/>
              <a:t>24</a:t>
            </a:fld>
            <a:endParaRPr lang="en-US"/>
          </a:p>
        </p:txBody>
      </p:sp>
    </p:spTree>
    <p:extLst>
      <p:ext uri="{BB962C8B-B14F-4D97-AF65-F5344CB8AC3E}">
        <p14:creationId xmlns:p14="http://schemas.microsoft.com/office/powerpoint/2010/main" val="294755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Sở dĩ với kiểu </a:t>
            </a:r>
            <a:r>
              <a:rPr lang="vi-VN" sz="1200" b="1" i="1" kern="1200" dirty="0">
                <a:solidFill>
                  <a:schemeClr val="tx1"/>
                </a:solidFill>
                <a:effectLst/>
                <a:latin typeface="+mn-lt"/>
                <a:ea typeface="+mn-ea"/>
                <a:cs typeface="+mn-cs"/>
              </a:rPr>
              <a:t>float</a:t>
            </a:r>
            <a:r>
              <a:rPr lang="vi-VN" sz="1200" b="0" i="0" kern="1200" dirty="0">
                <a:solidFill>
                  <a:schemeClr val="tx1"/>
                </a:solidFill>
                <a:effectLst/>
                <a:latin typeface="+mn-lt"/>
                <a:ea typeface="+mn-ea"/>
                <a:cs typeface="+mn-cs"/>
              </a:rPr>
              <a:t> ở trên phải để chữ </a:t>
            </a:r>
            <a:r>
              <a:rPr lang="vi-VN" sz="1200" b="1" i="1" kern="1200" dirty="0">
                <a:solidFill>
                  <a:schemeClr val="tx1"/>
                </a:solidFill>
                <a:effectLst/>
                <a:latin typeface="+mn-lt"/>
                <a:ea typeface="+mn-ea"/>
                <a:cs typeface="+mn-cs"/>
              </a:rPr>
              <a:t>f</a:t>
            </a:r>
            <a:r>
              <a:rPr lang="vi-VN" sz="1200" b="0" i="0" kern="1200" dirty="0">
                <a:solidFill>
                  <a:schemeClr val="tx1"/>
                </a:solidFill>
                <a:effectLst/>
                <a:latin typeface="+mn-lt"/>
                <a:ea typeface="+mn-ea"/>
                <a:cs typeface="+mn-cs"/>
              </a:rPr>
              <a:t> vào cuối khai báo </a:t>
            </a:r>
            <a:r>
              <a:rPr lang="vi-VN" sz="1200" b="0" i="1" kern="1200" dirty="0">
                <a:solidFill>
                  <a:schemeClr val="tx1"/>
                </a:solidFill>
                <a:effectLst/>
                <a:latin typeface="+mn-lt"/>
                <a:ea typeface="+mn-ea"/>
                <a:cs typeface="+mn-cs"/>
              </a:rPr>
              <a:t>float rating = 3.5f;</a:t>
            </a:r>
            <a:r>
              <a:rPr lang="vi-VN" sz="1200" b="0" i="0" kern="1200" dirty="0">
                <a:solidFill>
                  <a:schemeClr val="tx1"/>
                </a:solidFill>
                <a:effectLst/>
                <a:latin typeface="+mn-lt"/>
                <a:ea typeface="+mn-ea"/>
                <a:cs typeface="+mn-cs"/>
              </a:rPr>
              <a:t> là vì thỉnh thoảng chúng ta phải nhấn mạnh cho hệ thống biết rằng chúng ta đang xài kiểu </a:t>
            </a:r>
            <a:r>
              <a:rPr lang="vi-VN" sz="1200" b="1" i="1" kern="1200" dirty="0">
                <a:solidFill>
                  <a:schemeClr val="tx1"/>
                </a:solidFill>
                <a:effectLst/>
                <a:latin typeface="+mn-lt"/>
                <a:ea typeface="+mn-ea"/>
                <a:cs typeface="+mn-cs"/>
              </a:rPr>
              <a:t>float</a:t>
            </a:r>
            <a:r>
              <a:rPr lang="vi-VN" sz="1200" b="0" i="0" kern="1200" dirty="0">
                <a:solidFill>
                  <a:schemeClr val="tx1"/>
                </a:solidFill>
                <a:effectLst/>
                <a:latin typeface="+mn-lt"/>
                <a:ea typeface="+mn-ea"/>
                <a:cs typeface="+mn-cs"/>
              </a:rPr>
              <a:t> chứ không phải kiểu </a:t>
            </a:r>
            <a:r>
              <a:rPr lang="vi-VN" sz="1200" b="1" i="1" kern="1200" dirty="0">
                <a:solidFill>
                  <a:schemeClr val="tx1"/>
                </a:solidFill>
                <a:effectLst/>
                <a:latin typeface="+mn-lt"/>
                <a:ea typeface="+mn-ea"/>
                <a:cs typeface="+mn-cs"/>
              </a:rPr>
              <a:t>double</a:t>
            </a:r>
            <a:r>
              <a:rPr lang="vi-VN" sz="1200" b="0" i="0" kern="1200" dirty="0">
                <a:solidFill>
                  <a:schemeClr val="tx1"/>
                </a:solidFill>
                <a:effectLst/>
                <a:latin typeface="+mn-lt"/>
                <a:ea typeface="+mn-ea"/>
                <a:cs typeface="+mn-cs"/>
              </a:rPr>
              <a:t>, nếu bạn không để thêm </a:t>
            </a:r>
            <a:r>
              <a:rPr lang="vi-VN" sz="1200" b="1" i="1" kern="1200" dirty="0">
                <a:solidFill>
                  <a:schemeClr val="tx1"/>
                </a:solidFill>
                <a:effectLst/>
                <a:latin typeface="+mn-lt"/>
                <a:ea typeface="+mn-ea"/>
                <a:cs typeface="+mn-cs"/>
              </a:rPr>
              <a:t>f</a:t>
            </a:r>
            <a:r>
              <a:rPr lang="vi-VN" sz="1200" b="0" i="0" kern="1200" dirty="0">
                <a:solidFill>
                  <a:schemeClr val="tx1"/>
                </a:solidFill>
                <a:effectLst/>
                <a:latin typeface="+mn-lt"/>
                <a:ea typeface="+mn-ea"/>
                <a:cs typeface="+mn-cs"/>
              </a:rPr>
              <a:t> vào cuối giá trị thì hệ thống sẽ báo lỗi. Tương tự bạn cũng có thể khai báo </a:t>
            </a:r>
            <a:r>
              <a:rPr lang="vi-VN" sz="1200" b="0" i="1" kern="1200" dirty="0">
                <a:solidFill>
                  <a:schemeClr val="tx1"/>
                </a:solidFill>
                <a:effectLst/>
                <a:latin typeface="+mn-lt"/>
                <a:ea typeface="+mn-ea"/>
                <a:cs typeface="+mn-cs"/>
              </a:rPr>
              <a:t>double radious = 34.162d;</a:t>
            </a:r>
            <a:r>
              <a:rPr lang="vi-VN" sz="1200" b="0" i="0" kern="1200" dirty="0">
                <a:solidFill>
                  <a:schemeClr val="tx1"/>
                </a:solidFill>
                <a:effectLst/>
                <a:latin typeface="+mn-lt"/>
                <a:ea typeface="+mn-ea"/>
                <a:cs typeface="+mn-cs"/>
              </a:rPr>
              <a:t> nhưng vì hệ thống đã hiểu đây là số </a:t>
            </a:r>
            <a:r>
              <a:rPr lang="vi-VN" sz="1200" b="1" i="1" kern="1200" dirty="0">
                <a:solidFill>
                  <a:schemeClr val="tx1"/>
                </a:solidFill>
                <a:effectLst/>
                <a:latin typeface="+mn-lt"/>
                <a:ea typeface="+mn-ea"/>
                <a:cs typeface="+mn-cs"/>
              </a:rPr>
              <a:t>double</a:t>
            </a:r>
            <a:r>
              <a:rPr lang="vi-VN" sz="1200" b="0" i="0" kern="1200" dirty="0">
                <a:solidFill>
                  <a:schemeClr val="tx1"/>
                </a:solidFill>
                <a:effectLst/>
                <a:latin typeface="+mn-lt"/>
                <a:ea typeface="+mn-ea"/>
                <a:cs typeface="+mn-cs"/>
              </a:rPr>
              <a:t> rồi nên bạn không có chữ </a:t>
            </a:r>
            <a:r>
              <a:rPr lang="vi-VN" sz="1200" b="1" i="1" kern="1200" dirty="0">
                <a:solidFill>
                  <a:schemeClr val="tx1"/>
                </a:solidFill>
                <a:effectLst/>
                <a:latin typeface="+mn-lt"/>
                <a:ea typeface="+mn-ea"/>
                <a:cs typeface="+mn-cs"/>
              </a:rPr>
              <a:t>d</a:t>
            </a:r>
            <a:r>
              <a:rPr lang="vi-VN" sz="1200" b="0" i="0" kern="1200" dirty="0">
                <a:solidFill>
                  <a:schemeClr val="tx1"/>
                </a:solidFill>
                <a:effectLst/>
                <a:latin typeface="+mn-lt"/>
                <a:ea typeface="+mn-ea"/>
                <a:cs typeface="+mn-cs"/>
              </a:rPr>
              <a:t> trong trường hợp này cũng không sao.</a:t>
            </a:r>
            <a:endParaRPr lang="en-US" sz="1200" dirty="0">
              <a:latin typeface="Arial Unicode MS" pitchFamily="34" charset="-128"/>
              <a:ea typeface="Arial Unicode MS" pitchFamily="34" charset="-128"/>
              <a:cs typeface="Arial Unicode MS" pitchFamily="34" charset="-128"/>
            </a:endParaRPr>
          </a:p>
        </p:txBody>
      </p:sp>
      <p:sp>
        <p:nvSpPr>
          <p:cNvPr id="4" name="Slide Number Placeholder 3"/>
          <p:cNvSpPr>
            <a:spLocks noGrp="1"/>
          </p:cNvSpPr>
          <p:nvPr>
            <p:ph type="sldNum" sz="quarter" idx="10"/>
          </p:nvPr>
        </p:nvSpPr>
        <p:spPr/>
        <p:txBody>
          <a:bodyPr/>
          <a:lstStyle/>
          <a:p>
            <a:fld id="{04EC4CF9-69BC-034A-86DA-E1DADC6FAF10}" type="slidenum">
              <a:rPr lang="en-US" smtClean="0"/>
              <a:t>25</a:t>
            </a:fld>
            <a:endParaRPr lang="en-US"/>
          </a:p>
        </p:txBody>
      </p:sp>
    </p:spTree>
    <p:extLst>
      <p:ext uri="{BB962C8B-B14F-4D97-AF65-F5344CB8AC3E}">
        <p14:creationId xmlns:p14="http://schemas.microsoft.com/office/powerpoint/2010/main" val="2495663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Ngoài việc khai báo như trên, kiểu char còn được dùng theo mã </a:t>
            </a:r>
            <a:r>
              <a:rPr lang="vi-VN" sz="1200" b="0" i="1" u="none" strike="noStrike" kern="1200" dirty="0">
                <a:solidFill>
                  <a:schemeClr val="tx1"/>
                </a:solidFill>
                <a:effectLst/>
                <a:latin typeface="+mn-lt"/>
                <a:ea typeface="+mn-ea"/>
                <a:cs typeface="+mn-cs"/>
                <a:hlinkClick r:id="rId3"/>
              </a:rPr>
              <a:t>Unicode</a:t>
            </a:r>
            <a:r>
              <a:rPr lang="vi-VN" sz="1200" b="0" i="0" kern="1200" dirty="0">
                <a:solidFill>
                  <a:schemeClr val="tx1"/>
                </a:solidFill>
                <a:effectLst/>
                <a:latin typeface="+mn-lt"/>
                <a:ea typeface="+mn-ea"/>
                <a:cs typeface="+mn-cs"/>
              </a:rPr>
              <a:t>. Mã Unicode bắt đầu bằng </a:t>
            </a:r>
            <a:r>
              <a:rPr lang="vi-VN" sz="1200" b="1" i="1" kern="1200" dirty="0">
                <a:solidFill>
                  <a:schemeClr val="tx1"/>
                </a:solidFill>
                <a:effectLst/>
                <a:latin typeface="+mn-lt"/>
                <a:ea typeface="+mn-ea"/>
                <a:cs typeface="+mn-cs"/>
              </a:rPr>
              <a:t>‘\u0000’</a:t>
            </a:r>
            <a:r>
              <a:rPr lang="vi-VN" sz="1200" b="0" i="1"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và kết thúc bằng </a:t>
            </a:r>
            <a:r>
              <a:rPr lang="vi-VN" sz="1200" b="1" i="1" kern="1200" dirty="0">
                <a:solidFill>
                  <a:schemeClr val="tx1"/>
                </a:solidFill>
                <a:effectLst/>
                <a:latin typeface="+mn-lt"/>
                <a:ea typeface="+mn-ea"/>
                <a:cs typeface="+mn-cs"/>
              </a:rPr>
              <a:t>‘\uffff’</a:t>
            </a:r>
            <a:r>
              <a:rPr lang="vi-VN" sz="1200" b="0" i="0" kern="1200" dirty="0">
                <a:solidFill>
                  <a:schemeClr val="tx1"/>
                </a:solidFill>
                <a:effectLst/>
                <a:latin typeface="+mn-lt"/>
                <a:ea typeface="+mn-ea"/>
                <a:cs typeface="+mn-cs"/>
              </a:rPr>
              <a:t>. Lưu ý là với cách dùng kiểu mã Unicode này, bạn vẫn phải dùng nháy đơn cho việc khai báo. Ký hiệu </a:t>
            </a:r>
            <a:r>
              <a:rPr lang="vi-VN" sz="1200" b="1" i="1" kern="1200" dirty="0">
                <a:solidFill>
                  <a:schemeClr val="tx1"/>
                </a:solidFill>
                <a:effectLst/>
                <a:latin typeface="+mn-lt"/>
                <a:ea typeface="+mn-ea"/>
                <a:cs typeface="+mn-cs"/>
              </a:rPr>
              <a:t>\u</a:t>
            </a:r>
            <a:r>
              <a:rPr lang="vi-VN" sz="1200" b="0" i="0" kern="1200" dirty="0">
                <a:solidFill>
                  <a:schemeClr val="tx1"/>
                </a:solidFill>
                <a:effectLst/>
                <a:latin typeface="+mn-lt"/>
                <a:ea typeface="+mn-ea"/>
                <a:cs typeface="+mn-cs"/>
              </a:rPr>
              <a:t> cho biết bạn đang dùng với mã Unicode chứ không phải ký tự bình thường. Với cách khai báo theo kiểu mã Unicode này, bạn có thể đưa vào chương trình một số ký tự đặc biệt, hãy thử thực hành code như sau và in ra log, bạn sẽ thấy hiệu quả của Unicode nhé.</a:t>
            </a:r>
            <a:endParaRPr lang="en-US" sz="1200" dirty="0">
              <a:latin typeface="Arial Unicode MS" pitchFamily="34" charset="-128"/>
              <a:ea typeface="Arial Unicode MS" pitchFamily="34" charset="-128"/>
              <a:cs typeface="Arial Unicode MS" pitchFamily="34" charset="-128"/>
            </a:endParaRPr>
          </a:p>
        </p:txBody>
      </p:sp>
      <p:sp>
        <p:nvSpPr>
          <p:cNvPr id="4" name="Slide Number Placeholder 3"/>
          <p:cNvSpPr>
            <a:spLocks noGrp="1"/>
          </p:cNvSpPr>
          <p:nvPr>
            <p:ph type="sldNum" sz="quarter" idx="10"/>
          </p:nvPr>
        </p:nvSpPr>
        <p:spPr/>
        <p:txBody>
          <a:bodyPr/>
          <a:lstStyle/>
          <a:p>
            <a:fld id="{04EC4CF9-69BC-034A-86DA-E1DADC6FAF10}" type="slidenum">
              <a:rPr lang="en-US" smtClean="0"/>
              <a:t>26</a:t>
            </a:fld>
            <a:endParaRPr lang="en-US"/>
          </a:p>
        </p:txBody>
      </p:sp>
    </p:spTree>
    <p:extLst>
      <p:ext uri="{BB962C8B-B14F-4D97-AF65-F5344CB8AC3E}">
        <p14:creationId xmlns:p14="http://schemas.microsoft.com/office/powerpoint/2010/main" val="2495663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dirty="0"/>
              <a:t>bạn cũng không thể gán một kiểu số nguyên về kiểu </a:t>
            </a:r>
            <a:r>
              <a:rPr lang="vi-VN" sz="1200" b="1" i="1" dirty="0"/>
              <a:t>boolean</a:t>
            </a:r>
            <a:r>
              <a:rPr lang="vi-VN" sz="1200" dirty="0"/>
              <a:t> như trong C/C++ được.</a:t>
            </a:r>
            <a:endParaRPr lang="en-US" sz="1100" dirty="0">
              <a:latin typeface="Arial Unicode MS" pitchFamily="34" charset="-128"/>
              <a:ea typeface="Arial Unicode MS" pitchFamily="34" charset="-128"/>
              <a:cs typeface="Arial Unicode MS" pitchFamily="34" charset="-128"/>
            </a:endParaRPr>
          </a:p>
        </p:txBody>
      </p:sp>
      <p:sp>
        <p:nvSpPr>
          <p:cNvPr id="4" name="Slide Number Placeholder 3"/>
          <p:cNvSpPr>
            <a:spLocks noGrp="1"/>
          </p:cNvSpPr>
          <p:nvPr>
            <p:ph type="sldNum" sz="quarter" idx="10"/>
          </p:nvPr>
        </p:nvSpPr>
        <p:spPr/>
        <p:txBody>
          <a:bodyPr/>
          <a:lstStyle/>
          <a:p>
            <a:fld id="{04EC4CF9-69BC-034A-86DA-E1DADC6FAF10}" type="slidenum">
              <a:rPr lang="en-US" smtClean="0"/>
              <a:t>27</a:t>
            </a:fld>
            <a:endParaRPr lang="en-US"/>
          </a:p>
        </p:txBody>
      </p:sp>
    </p:spTree>
    <p:extLst>
      <p:ext uri="{BB962C8B-B14F-4D97-AF65-F5344CB8AC3E}">
        <p14:creationId xmlns:p14="http://schemas.microsoft.com/office/powerpoint/2010/main" val="249566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Will learn more through lessons on String</a:t>
            </a:r>
          </a:p>
        </p:txBody>
      </p:sp>
      <p:sp>
        <p:nvSpPr>
          <p:cNvPr id="4" name="Slide Number Placeholder 3"/>
          <p:cNvSpPr>
            <a:spLocks noGrp="1"/>
          </p:cNvSpPr>
          <p:nvPr>
            <p:ph type="sldNum" sz="quarter" idx="10"/>
          </p:nvPr>
        </p:nvSpPr>
        <p:spPr/>
        <p:txBody>
          <a:bodyPr/>
          <a:lstStyle/>
          <a:p>
            <a:fld id="{04EC4CF9-69BC-034A-86DA-E1DADC6FAF10}" type="slidenum">
              <a:rPr lang="en-US" smtClean="0"/>
              <a:t>28</a:t>
            </a:fld>
            <a:endParaRPr lang="en-US"/>
          </a:p>
        </p:txBody>
      </p:sp>
    </p:spTree>
    <p:extLst>
      <p:ext uri="{BB962C8B-B14F-4D97-AF65-F5344CB8AC3E}">
        <p14:creationId xmlns:p14="http://schemas.microsoft.com/office/powerpoint/2010/main" val="2495663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Unicode MS" pitchFamily="34" charset="-128"/>
              <a:ea typeface="Arial Unicode MS" pitchFamily="34" charset="-128"/>
              <a:cs typeface="Arial Unicode MS" pitchFamily="34" charset="-128"/>
            </a:endParaRPr>
          </a:p>
        </p:txBody>
      </p:sp>
      <p:sp>
        <p:nvSpPr>
          <p:cNvPr id="4" name="Slide Number Placeholder 3"/>
          <p:cNvSpPr>
            <a:spLocks noGrp="1"/>
          </p:cNvSpPr>
          <p:nvPr>
            <p:ph type="sldNum" sz="quarter" idx="10"/>
          </p:nvPr>
        </p:nvSpPr>
        <p:spPr/>
        <p:txBody>
          <a:bodyPr/>
          <a:lstStyle/>
          <a:p>
            <a:fld id="{04EC4CF9-69BC-034A-86DA-E1DADC6FAF10}" type="slidenum">
              <a:rPr lang="en-US" smtClean="0"/>
              <a:t>29</a:t>
            </a:fld>
            <a:endParaRPr lang="en-US"/>
          </a:p>
        </p:txBody>
      </p:sp>
    </p:spTree>
    <p:extLst>
      <p:ext uri="{BB962C8B-B14F-4D97-AF65-F5344CB8AC3E}">
        <p14:creationId xmlns:p14="http://schemas.microsoft.com/office/powerpoint/2010/main" val="2495663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Unicode MS" pitchFamily="34" charset="-128"/>
              <a:ea typeface="Arial Unicode MS" pitchFamily="34" charset="-128"/>
              <a:cs typeface="Arial Unicode MS" pitchFamily="34" charset="-128"/>
            </a:endParaRPr>
          </a:p>
        </p:txBody>
      </p:sp>
      <p:sp>
        <p:nvSpPr>
          <p:cNvPr id="4" name="Slide Number Placeholder 3"/>
          <p:cNvSpPr>
            <a:spLocks noGrp="1"/>
          </p:cNvSpPr>
          <p:nvPr>
            <p:ph type="sldNum" sz="quarter" idx="10"/>
          </p:nvPr>
        </p:nvSpPr>
        <p:spPr/>
        <p:txBody>
          <a:bodyPr/>
          <a:lstStyle/>
          <a:p>
            <a:fld id="{04EC4CF9-69BC-034A-86DA-E1DADC6FAF10}" type="slidenum">
              <a:rPr lang="en-US" smtClean="0"/>
              <a:t>30</a:t>
            </a:fld>
            <a:endParaRPr lang="en-US"/>
          </a:p>
        </p:txBody>
      </p:sp>
    </p:spTree>
    <p:extLst>
      <p:ext uri="{BB962C8B-B14F-4D97-AF65-F5344CB8AC3E}">
        <p14:creationId xmlns:p14="http://schemas.microsoft.com/office/powerpoint/2010/main" val="2495663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Unicode MS" pitchFamily="34" charset="-128"/>
              <a:ea typeface="Arial Unicode MS" pitchFamily="34" charset="-128"/>
              <a:cs typeface="Arial Unicode MS" pitchFamily="34" charset="-128"/>
            </a:endParaRPr>
          </a:p>
        </p:txBody>
      </p:sp>
      <p:sp>
        <p:nvSpPr>
          <p:cNvPr id="4" name="Slide Number Placeholder 3"/>
          <p:cNvSpPr>
            <a:spLocks noGrp="1"/>
          </p:cNvSpPr>
          <p:nvPr>
            <p:ph type="sldNum" sz="quarter" idx="10"/>
          </p:nvPr>
        </p:nvSpPr>
        <p:spPr/>
        <p:txBody>
          <a:bodyPr/>
          <a:lstStyle/>
          <a:p>
            <a:fld id="{04EC4CF9-69BC-034A-86DA-E1DADC6FAF10}" type="slidenum">
              <a:rPr lang="en-US" smtClean="0"/>
              <a:t>31</a:t>
            </a:fld>
            <a:endParaRPr lang="en-US"/>
          </a:p>
        </p:txBody>
      </p:sp>
    </p:spTree>
    <p:extLst>
      <p:ext uri="{BB962C8B-B14F-4D97-AF65-F5344CB8AC3E}">
        <p14:creationId xmlns:p14="http://schemas.microsoft.com/office/powerpoint/2010/main" val="2495663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a:t>
            </a:r>
            <a:r>
              <a:rPr lang="en-US" dirty="0" err="1">
                <a:hlinkClick r:id="rId3"/>
              </a:rPr>
              <a:t>www.javatpoint.com</a:t>
            </a:r>
            <a:r>
              <a:rPr lang="en-US">
                <a:hlinkClick r:id="rId3"/>
              </a:rPr>
              <a:t>/java-string-format</a:t>
            </a:r>
            <a:endParaRPr lang="en-US" sz="1200" dirty="0">
              <a:latin typeface="Arial Unicode MS" pitchFamily="34" charset="-128"/>
              <a:ea typeface="Arial Unicode MS" pitchFamily="34" charset="-128"/>
              <a:cs typeface="Arial Unicode MS" pitchFamily="34" charset="-128"/>
            </a:endParaRPr>
          </a:p>
        </p:txBody>
      </p:sp>
      <p:sp>
        <p:nvSpPr>
          <p:cNvPr id="4" name="Slide Number Placeholder 3"/>
          <p:cNvSpPr>
            <a:spLocks noGrp="1"/>
          </p:cNvSpPr>
          <p:nvPr>
            <p:ph type="sldNum" sz="quarter" idx="10"/>
          </p:nvPr>
        </p:nvSpPr>
        <p:spPr/>
        <p:txBody>
          <a:bodyPr/>
          <a:lstStyle/>
          <a:p>
            <a:fld id="{04EC4CF9-69BC-034A-86DA-E1DADC6FAF10}" type="slidenum">
              <a:rPr lang="en-US" smtClean="0"/>
              <a:t>32</a:t>
            </a:fld>
            <a:endParaRPr lang="en-US"/>
          </a:p>
        </p:txBody>
      </p:sp>
    </p:spTree>
    <p:extLst>
      <p:ext uri="{BB962C8B-B14F-4D97-AF65-F5344CB8AC3E}">
        <p14:creationId xmlns:p14="http://schemas.microsoft.com/office/powerpoint/2010/main" val="2495663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a:t>
            </a:r>
            <a:r>
              <a:rPr lang="en-US" dirty="0" err="1">
                <a:hlinkClick r:id="rId3"/>
              </a:rPr>
              <a:t>www.javatpoint.com</a:t>
            </a:r>
            <a:r>
              <a:rPr lang="en-US" dirty="0">
                <a:hlinkClick r:id="rId3"/>
              </a:rPr>
              <a:t>/java-string-format</a:t>
            </a:r>
            <a:endParaRPr lang="en-US" sz="1200" dirty="0">
              <a:latin typeface="Arial Unicode MS" pitchFamily="34" charset="-128"/>
              <a:ea typeface="Arial Unicode MS" pitchFamily="34" charset="-128"/>
              <a:cs typeface="Arial Unicode MS" pitchFamily="34" charset="-128"/>
            </a:endParaRPr>
          </a:p>
        </p:txBody>
      </p:sp>
      <p:sp>
        <p:nvSpPr>
          <p:cNvPr id="4" name="Slide Number Placeholder 3"/>
          <p:cNvSpPr>
            <a:spLocks noGrp="1"/>
          </p:cNvSpPr>
          <p:nvPr>
            <p:ph type="sldNum" sz="quarter" idx="10"/>
          </p:nvPr>
        </p:nvSpPr>
        <p:spPr/>
        <p:txBody>
          <a:bodyPr/>
          <a:lstStyle/>
          <a:p>
            <a:fld id="{04EC4CF9-69BC-034A-86DA-E1DADC6FAF10}" type="slidenum">
              <a:rPr lang="en-US" smtClean="0"/>
              <a:t>33</a:t>
            </a:fld>
            <a:endParaRPr lang="en-US"/>
          </a:p>
        </p:txBody>
      </p:sp>
    </p:spTree>
    <p:extLst>
      <p:ext uri="{BB962C8B-B14F-4D97-AF65-F5344CB8AC3E}">
        <p14:creationId xmlns:p14="http://schemas.microsoft.com/office/powerpoint/2010/main" val="2495663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Unicode MS" pitchFamily="34" charset="-128"/>
              <a:ea typeface="Arial Unicode MS" pitchFamily="34" charset="-128"/>
              <a:cs typeface="Arial Unicode MS" pitchFamily="34" charset="-128"/>
            </a:endParaRPr>
          </a:p>
        </p:txBody>
      </p:sp>
      <p:sp>
        <p:nvSpPr>
          <p:cNvPr id="4" name="Slide Number Placeholder 3"/>
          <p:cNvSpPr>
            <a:spLocks noGrp="1"/>
          </p:cNvSpPr>
          <p:nvPr>
            <p:ph type="sldNum" sz="quarter" idx="10"/>
          </p:nvPr>
        </p:nvSpPr>
        <p:spPr/>
        <p:txBody>
          <a:bodyPr/>
          <a:lstStyle/>
          <a:p>
            <a:fld id="{04EC4CF9-69BC-034A-86DA-E1DADC6FAF10}" type="slidenum">
              <a:rPr lang="en-US" smtClean="0"/>
              <a:t>34</a:t>
            </a:fld>
            <a:endParaRPr lang="en-US"/>
          </a:p>
        </p:txBody>
      </p:sp>
    </p:spTree>
    <p:extLst>
      <p:ext uri="{BB962C8B-B14F-4D97-AF65-F5344CB8AC3E}">
        <p14:creationId xmlns:p14="http://schemas.microsoft.com/office/powerpoint/2010/main" val="24956634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Unicode MS" pitchFamily="34" charset="-128"/>
              <a:ea typeface="Arial Unicode MS" pitchFamily="34" charset="-128"/>
              <a:cs typeface="Arial Unicode MS" pitchFamily="34" charset="-128"/>
            </a:endParaRPr>
          </a:p>
        </p:txBody>
      </p:sp>
      <p:sp>
        <p:nvSpPr>
          <p:cNvPr id="4" name="Slide Number Placeholder 3"/>
          <p:cNvSpPr>
            <a:spLocks noGrp="1"/>
          </p:cNvSpPr>
          <p:nvPr>
            <p:ph type="sldNum" sz="quarter" idx="10"/>
          </p:nvPr>
        </p:nvSpPr>
        <p:spPr/>
        <p:txBody>
          <a:bodyPr/>
          <a:lstStyle/>
          <a:p>
            <a:fld id="{04EC4CF9-69BC-034A-86DA-E1DADC6FAF10}" type="slidenum">
              <a:rPr lang="en-US" smtClean="0"/>
              <a:t>35</a:t>
            </a:fld>
            <a:endParaRPr lang="en-US"/>
          </a:p>
        </p:txBody>
      </p:sp>
    </p:spTree>
    <p:extLst>
      <p:ext uri="{BB962C8B-B14F-4D97-AF65-F5344CB8AC3E}">
        <p14:creationId xmlns:p14="http://schemas.microsoft.com/office/powerpoint/2010/main" val="24956634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gradFill flip="none" rotWithShape="1">
          <a:gsLst>
            <a:gs pos="0">
              <a:srgbClr val="002060"/>
            </a:gs>
            <a:gs pos="91000">
              <a:schemeClr val="accent1">
                <a:lumMod val="89000"/>
              </a:schemeClr>
            </a:gs>
            <a:gs pos="85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C37A9-8C23-6B4F-88B3-AB73D61B7148}"/>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76775AE-BCE3-4B41-8ADB-E632DB8DE999}"/>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9092D3-1A80-C841-BE0C-FB3B2449ED61}"/>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id="{320948AB-0BEE-7E40-BCE4-2360F70E6140}"/>
              </a:ext>
            </a:extLst>
          </p:cNvPr>
          <p:cNvSpPr>
            <a:spLocks noGrp="1"/>
          </p:cNvSpPr>
          <p:nvPr>
            <p:ph type="ftr" sz="quarter" idx="11"/>
          </p:nvPr>
        </p:nvSpPr>
        <p:spPr/>
        <p:txBody>
          <a:bodyPr/>
          <a:lstStyle/>
          <a:p>
            <a:r>
              <a:rPr lang="en-US"/>
              <a:t>Subject Name</a:t>
            </a:r>
            <a:endParaRPr lang="en-US" dirty="0"/>
          </a:p>
        </p:txBody>
      </p:sp>
      <p:sp>
        <p:nvSpPr>
          <p:cNvPr id="6" name="Slide Number Placeholder 5">
            <a:extLst>
              <a:ext uri="{FF2B5EF4-FFF2-40B4-BE49-F238E27FC236}">
                <a16:creationId xmlns:a16="http://schemas.microsoft.com/office/drawing/2014/main" id="{9FD03C7E-8755-DA48-8510-BD952A82333E}"/>
              </a:ext>
            </a:extLst>
          </p:cNvPr>
          <p:cNvSpPr>
            <a:spLocks noGrp="1"/>
          </p:cNvSpPr>
          <p:nvPr>
            <p:ph type="sldNum" sz="quarter" idx="12"/>
          </p:nvPr>
        </p:nvSpPr>
        <p:spPr/>
        <p:txBody>
          <a:bodyPr/>
          <a:lstStyle/>
          <a:p>
            <a:fld id="{B9BA5F68-B450-774B-A94B-86322AF8B758}" type="slidenum">
              <a:rPr lang="en-US" smtClean="0"/>
              <a:t>‹#›</a:t>
            </a:fld>
            <a:endParaRPr lang="en-US"/>
          </a:p>
        </p:txBody>
      </p:sp>
      <p:pic>
        <p:nvPicPr>
          <p:cNvPr id="8" name="Picture 7">
            <a:extLst>
              <a:ext uri="{FF2B5EF4-FFF2-40B4-BE49-F238E27FC236}">
                <a16:creationId xmlns:a16="http://schemas.microsoft.com/office/drawing/2014/main" id="{338C6B40-493E-D545-8618-31916324F2BA}"/>
              </a:ext>
            </a:extLst>
          </p:cNvPr>
          <p:cNvPicPr>
            <a:picLocks noChangeAspect="1"/>
          </p:cNvPicPr>
          <p:nvPr/>
        </p:nvPicPr>
        <p:blipFill>
          <a:blip r:embed="rId2"/>
          <a:stretch>
            <a:fillRect/>
          </a:stretch>
        </p:blipFill>
        <p:spPr>
          <a:xfrm>
            <a:off x="414338" y="278924"/>
            <a:ext cx="4600575" cy="843439"/>
          </a:xfrm>
          <a:prstGeom prst="rect">
            <a:avLst/>
          </a:prstGeom>
        </p:spPr>
      </p:pic>
    </p:spTree>
    <p:extLst>
      <p:ext uri="{BB962C8B-B14F-4D97-AF65-F5344CB8AC3E}">
        <p14:creationId xmlns:p14="http://schemas.microsoft.com/office/powerpoint/2010/main" val="99570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2816-FC3E-3244-B2EB-CEB70C88E508}"/>
              </a:ext>
            </a:extLst>
          </p:cNvPr>
          <p:cNvSpPr>
            <a:spLocks noGrp="1"/>
          </p:cNvSpPr>
          <p:nvPr>
            <p:ph type="title"/>
          </p:nvPr>
        </p:nvSpPr>
        <p:spPr>
          <a:xfrm>
            <a:off x="838200" y="263301"/>
            <a:ext cx="10515600" cy="663575"/>
          </a:xfrm>
        </p:spPr>
        <p:txBody>
          <a:bodyPr>
            <a:normAutofit/>
          </a:bodyPr>
          <a:lstStyle>
            <a:lvl1pPr>
              <a:defRPr sz="280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6358429-6D80-3644-9565-0A158FEB660D}"/>
              </a:ext>
            </a:extLst>
          </p:cNvPr>
          <p:cNvSpPr>
            <a:spLocks noGrp="1"/>
          </p:cNvSpPr>
          <p:nvPr>
            <p:ph idx="1"/>
          </p:nvPr>
        </p:nvSpPr>
        <p:spPr>
          <a:xfrm>
            <a:off x="838200" y="1074057"/>
            <a:ext cx="10515600" cy="512843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7A60295-D28D-5342-864C-DFD74E3BF4AC}"/>
              </a:ext>
            </a:extLst>
          </p:cNvPr>
          <p:cNvSpPr>
            <a:spLocks noGrp="1"/>
          </p:cNvSpPr>
          <p:nvPr>
            <p:ph type="dt" sz="half" idx="10"/>
          </p:nvPr>
        </p:nvSpPr>
        <p:spPr>
          <a:xfrm>
            <a:off x="838199" y="6356350"/>
            <a:ext cx="1382488" cy="365125"/>
          </a:xfrm>
        </p:spPr>
        <p:txBody>
          <a:bodyPr/>
          <a:lstStyle/>
          <a:p>
            <a:r>
              <a:rPr lang="en-US"/>
              <a:t>© VTCA</a:t>
            </a:r>
            <a:endParaRPr lang="en-US" dirty="0"/>
          </a:p>
        </p:txBody>
      </p:sp>
      <p:sp>
        <p:nvSpPr>
          <p:cNvPr id="5" name="Footer Placeholder 4">
            <a:extLst>
              <a:ext uri="{FF2B5EF4-FFF2-40B4-BE49-F238E27FC236}">
                <a16:creationId xmlns:a16="http://schemas.microsoft.com/office/drawing/2014/main" id="{20084FDE-39E1-CC43-ADEC-A2E40B807239}"/>
              </a:ext>
            </a:extLst>
          </p:cNvPr>
          <p:cNvSpPr>
            <a:spLocks noGrp="1"/>
          </p:cNvSpPr>
          <p:nvPr>
            <p:ph type="ftr" sz="quarter" idx="11"/>
          </p:nvPr>
        </p:nvSpPr>
        <p:spPr>
          <a:xfrm>
            <a:off x="2365514" y="6356350"/>
            <a:ext cx="7489686" cy="365125"/>
          </a:xfrm>
        </p:spPr>
        <p:txBody>
          <a:bodyPr/>
          <a:lstStyle/>
          <a:p>
            <a:r>
              <a:rPr lang="en-US"/>
              <a:t>Subject Name</a:t>
            </a:r>
          </a:p>
        </p:txBody>
      </p:sp>
      <p:sp>
        <p:nvSpPr>
          <p:cNvPr id="6" name="Slide Number Placeholder 5">
            <a:extLst>
              <a:ext uri="{FF2B5EF4-FFF2-40B4-BE49-F238E27FC236}">
                <a16:creationId xmlns:a16="http://schemas.microsoft.com/office/drawing/2014/main" id="{24CBCC03-BB7B-8F4A-BDC0-0497BB610957}"/>
              </a:ext>
            </a:extLst>
          </p:cNvPr>
          <p:cNvSpPr>
            <a:spLocks noGrp="1"/>
          </p:cNvSpPr>
          <p:nvPr>
            <p:ph type="sldNum" sz="quarter" idx="12"/>
          </p:nvPr>
        </p:nvSpPr>
        <p:spPr>
          <a:xfrm>
            <a:off x="10000340" y="6356350"/>
            <a:ext cx="1353459" cy="365125"/>
          </a:xfrm>
        </p:spPr>
        <p:txBody>
          <a:bodyPr/>
          <a:lstStyle/>
          <a:p>
            <a:fld id="{B9BA5F68-B450-774B-A94B-86322AF8B758}" type="slidenum">
              <a:rPr lang="en-US" smtClean="0"/>
              <a:t>‹#›</a:t>
            </a:fld>
            <a:endParaRPr lang="en-US" dirty="0"/>
          </a:p>
        </p:txBody>
      </p:sp>
    </p:spTree>
    <p:extLst>
      <p:ext uri="{BB962C8B-B14F-4D97-AF65-F5344CB8AC3E}">
        <p14:creationId xmlns:p14="http://schemas.microsoft.com/office/powerpoint/2010/main" val="253278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987CA-DEB8-1246-A8A0-FC212DE453AF}"/>
              </a:ext>
            </a:extLst>
          </p:cNvPr>
          <p:cNvSpPr>
            <a:spLocks noGrp="1"/>
          </p:cNvSpPr>
          <p:nvPr>
            <p:ph type="title"/>
          </p:nvPr>
        </p:nvSpPr>
        <p:spPr>
          <a:xfrm>
            <a:off x="831850" y="1709738"/>
            <a:ext cx="10515600" cy="2852737"/>
          </a:xfrm>
        </p:spPr>
        <p:txBody>
          <a:bodyPr anchor="b"/>
          <a:lstStyle>
            <a:lvl1pPr>
              <a:defRPr sz="6000">
                <a:solidFill>
                  <a:srgbClr val="002060"/>
                </a:solidFill>
              </a:defRPr>
            </a:lvl1pPr>
          </a:lstStyle>
          <a:p>
            <a:r>
              <a:rPr lang="en-US"/>
              <a:t>Click to edit Master title style</a:t>
            </a:r>
          </a:p>
        </p:txBody>
      </p:sp>
      <p:sp>
        <p:nvSpPr>
          <p:cNvPr id="3" name="Text Placeholder 2">
            <a:extLst>
              <a:ext uri="{FF2B5EF4-FFF2-40B4-BE49-F238E27FC236}">
                <a16:creationId xmlns:a16="http://schemas.microsoft.com/office/drawing/2014/main" id="{EAA34C65-DEA5-8F4A-A14B-0DF1A1E68918}"/>
              </a:ext>
            </a:extLst>
          </p:cNvPr>
          <p:cNvSpPr>
            <a:spLocks noGrp="1"/>
          </p:cNvSpPr>
          <p:nvPr>
            <p:ph type="body" idx="1"/>
          </p:nvPr>
        </p:nvSpPr>
        <p:spPr>
          <a:xfrm>
            <a:off x="831850" y="4589463"/>
            <a:ext cx="10515600" cy="1500187"/>
          </a:xfrm>
        </p:spPr>
        <p:txBody>
          <a:bodyPr/>
          <a:lstStyle>
            <a:lvl1pPr marL="0" indent="0">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FB5CC9-D24D-8D45-94E1-B8A6F082E35A}"/>
              </a:ext>
            </a:extLst>
          </p:cNvPr>
          <p:cNvSpPr>
            <a:spLocks noGrp="1"/>
          </p:cNvSpPr>
          <p:nvPr>
            <p:ph type="dt" sz="half" idx="10"/>
          </p:nvPr>
        </p:nvSpPr>
        <p:spPr>
          <a:xfrm>
            <a:off x="838200" y="6364028"/>
            <a:ext cx="1367971" cy="365125"/>
          </a:xfrm>
        </p:spPr>
        <p:txBody>
          <a:bodyPr/>
          <a:lstStyle/>
          <a:p>
            <a:r>
              <a:rPr lang="en-US"/>
              <a:t>© VTCA</a:t>
            </a:r>
          </a:p>
        </p:txBody>
      </p:sp>
      <p:sp>
        <p:nvSpPr>
          <p:cNvPr id="5" name="Footer Placeholder 4">
            <a:extLst>
              <a:ext uri="{FF2B5EF4-FFF2-40B4-BE49-F238E27FC236}">
                <a16:creationId xmlns:a16="http://schemas.microsoft.com/office/drawing/2014/main" id="{DBD43B7A-936C-F047-BD4A-CCBB3D41F0DF}"/>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id="{96EEEBFE-C4A6-0541-B16A-380D3EAAB96F}"/>
              </a:ext>
            </a:extLst>
          </p:cNvPr>
          <p:cNvSpPr>
            <a:spLocks noGrp="1"/>
          </p:cNvSpPr>
          <p:nvPr>
            <p:ph type="sldNum" sz="quarter" idx="12"/>
          </p:nvPr>
        </p:nvSpPr>
        <p:spPr>
          <a:xfrm>
            <a:off x="10014856" y="6356350"/>
            <a:ext cx="1338943" cy="365125"/>
          </a:xfrm>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4571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6102A-A1F7-3842-AAEA-F5C7311EA1B8}"/>
              </a:ext>
            </a:extLst>
          </p:cNvPr>
          <p:cNvSpPr>
            <a:spLocks noGrp="1"/>
          </p:cNvSpPr>
          <p:nvPr>
            <p:ph type="title"/>
          </p:nvPr>
        </p:nvSpPr>
        <p:spPr>
          <a:xfrm>
            <a:off x="838200" y="278042"/>
            <a:ext cx="10515600" cy="63500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F08251E2-F43C-F64D-B993-CE6609ED119D}"/>
              </a:ext>
            </a:extLst>
          </p:cNvPr>
          <p:cNvSpPr>
            <a:spLocks noGrp="1"/>
          </p:cNvSpPr>
          <p:nvPr>
            <p:ph sz="half" idx="1"/>
          </p:nvPr>
        </p:nvSpPr>
        <p:spPr>
          <a:xfrm>
            <a:off x="838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704EDDE-EE3F-8F4B-9C7A-83E0406455BE}"/>
              </a:ext>
            </a:extLst>
          </p:cNvPr>
          <p:cNvSpPr>
            <a:spLocks noGrp="1"/>
          </p:cNvSpPr>
          <p:nvPr>
            <p:ph sz="half" idx="2"/>
          </p:nvPr>
        </p:nvSpPr>
        <p:spPr>
          <a:xfrm>
            <a:off x="6172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E9E15ADE-643D-314B-865E-D1A74E171C8E}"/>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id="{7C066CD4-6B44-554D-8C3E-1CC265FA54D3}"/>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id="{5905A39C-E79D-054D-AA55-AE55FBA281B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6874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FA0EE-3CC4-5243-A94C-6FACDA7F8445}"/>
              </a:ext>
            </a:extLst>
          </p:cNvPr>
          <p:cNvSpPr>
            <a:spLocks noGrp="1"/>
          </p:cNvSpPr>
          <p:nvPr>
            <p:ph type="title"/>
          </p:nvPr>
        </p:nvSpPr>
        <p:spPr>
          <a:xfrm>
            <a:off x="839788" y="263527"/>
            <a:ext cx="10515600" cy="6635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40930389-7090-CD40-BEBF-0637D2031B24}"/>
              </a:ext>
            </a:extLst>
          </p:cNvPr>
          <p:cNvSpPr>
            <a:spLocks noGrp="1"/>
          </p:cNvSpPr>
          <p:nvPr>
            <p:ph type="body" idx="1"/>
          </p:nvPr>
        </p:nvSpPr>
        <p:spPr>
          <a:xfrm>
            <a:off x="836612" y="119788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DBABA1-0B0C-5D41-BD03-AF3497DBF438}"/>
              </a:ext>
            </a:extLst>
          </p:cNvPr>
          <p:cNvSpPr>
            <a:spLocks noGrp="1"/>
          </p:cNvSpPr>
          <p:nvPr>
            <p:ph sz="half" idx="2"/>
          </p:nvPr>
        </p:nvSpPr>
        <p:spPr>
          <a:xfrm>
            <a:off x="839788" y="2021796"/>
            <a:ext cx="5157787"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923744A-9292-8949-A87C-3B6979EA7CA4}"/>
              </a:ext>
            </a:extLst>
          </p:cNvPr>
          <p:cNvSpPr>
            <a:spLocks noGrp="1"/>
          </p:cNvSpPr>
          <p:nvPr>
            <p:ph type="body" sz="quarter" idx="3"/>
          </p:nvPr>
        </p:nvSpPr>
        <p:spPr>
          <a:xfrm>
            <a:off x="6194427" y="119788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51ADD4A-DB10-FB4A-A9BA-9D3DB500D4B5}"/>
              </a:ext>
            </a:extLst>
          </p:cNvPr>
          <p:cNvSpPr>
            <a:spLocks noGrp="1"/>
          </p:cNvSpPr>
          <p:nvPr>
            <p:ph sz="quarter" idx="4"/>
          </p:nvPr>
        </p:nvSpPr>
        <p:spPr>
          <a:xfrm>
            <a:off x="6172200" y="2021796"/>
            <a:ext cx="5183188"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7B58B35-25F2-6941-BC63-14140DB153E2}"/>
              </a:ext>
            </a:extLst>
          </p:cNvPr>
          <p:cNvSpPr>
            <a:spLocks noGrp="1"/>
          </p:cNvSpPr>
          <p:nvPr>
            <p:ph type="dt" sz="half" idx="10"/>
          </p:nvPr>
        </p:nvSpPr>
        <p:spPr/>
        <p:txBody>
          <a:bodyPr/>
          <a:lstStyle/>
          <a:p>
            <a:r>
              <a:rPr lang="en-US"/>
              <a:t>© VTCA</a:t>
            </a:r>
          </a:p>
        </p:txBody>
      </p:sp>
      <p:sp>
        <p:nvSpPr>
          <p:cNvPr id="8" name="Footer Placeholder 7">
            <a:extLst>
              <a:ext uri="{FF2B5EF4-FFF2-40B4-BE49-F238E27FC236}">
                <a16:creationId xmlns:a16="http://schemas.microsoft.com/office/drawing/2014/main" id="{7A4CB44E-6D22-DC48-8A79-8CC24323AB88}"/>
              </a:ext>
            </a:extLst>
          </p:cNvPr>
          <p:cNvSpPr>
            <a:spLocks noGrp="1"/>
          </p:cNvSpPr>
          <p:nvPr>
            <p:ph type="ftr" sz="quarter" idx="11"/>
          </p:nvPr>
        </p:nvSpPr>
        <p:spPr/>
        <p:txBody>
          <a:bodyPr/>
          <a:lstStyle/>
          <a:p>
            <a:r>
              <a:rPr lang="en-US"/>
              <a:t>Subject Name</a:t>
            </a:r>
          </a:p>
        </p:txBody>
      </p:sp>
      <p:sp>
        <p:nvSpPr>
          <p:cNvPr id="9" name="Slide Number Placeholder 8">
            <a:extLst>
              <a:ext uri="{FF2B5EF4-FFF2-40B4-BE49-F238E27FC236}">
                <a16:creationId xmlns:a16="http://schemas.microsoft.com/office/drawing/2014/main" id="{14AC1E52-5D18-5A4D-B7CC-7DB931B3D35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96089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28F28-5514-3C4F-8F16-87F0D27BFC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8C3861-35A6-C04A-AF18-0494795E52DC}"/>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id="{964A6BF7-1B35-7B45-8465-DA95BDF4F1F8}"/>
              </a:ext>
            </a:extLst>
          </p:cNvPr>
          <p:cNvSpPr>
            <a:spLocks noGrp="1"/>
          </p:cNvSpPr>
          <p:nvPr>
            <p:ph type="ftr" sz="quarter" idx="11"/>
          </p:nvPr>
        </p:nvSpPr>
        <p:spPr/>
        <p:txBody>
          <a:bodyPr/>
          <a:lstStyle/>
          <a:p>
            <a:r>
              <a:rPr lang="en-US"/>
              <a:t>Subject Name</a:t>
            </a:r>
          </a:p>
        </p:txBody>
      </p:sp>
      <p:sp>
        <p:nvSpPr>
          <p:cNvPr id="5" name="Slide Number Placeholder 4">
            <a:extLst>
              <a:ext uri="{FF2B5EF4-FFF2-40B4-BE49-F238E27FC236}">
                <a16:creationId xmlns:a16="http://schemas.microsoft.com/office/drawing/2014/main" id="{182ECE7A-5E3E-FA41-A2CF-2170043C16A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185209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2E6E-C79E-5B49-9FDF-F6705D37C5C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D2BB082-60EA-F742-971F-16B6DC7F2F04}"/>
              </a:ext>
            </a:extLst>
          </p:cNvPr>
          <p:cNvSpPr>
            <a:spLocks noGrp="1"/>
          </p:cNvSpPr>
          <p:nvPr>
            <p:ph idx="1"/>
          </p:nvPr>
        </p:nvSpPr>
        <p:spPr>
          <a:xfrm>
            <a:off x="4943344" y="987425"/>
            <a:ext cx="6408867" cy="52101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0D0DA2A8-A776-FA4A-A5B2-6088AA8A5EF7}"/>
              </a:ext>
            </a:extLst>
          </p:cNvPr>
          <p:cNvSpPr>
            <a:spLocks noGrp="1"/>
          </p:cNvSpPr>
          <p:nvPr>
            <p:ph type="body" sz="half" idx="2"/>
          </p:nvPr>
        </p:nvSpPr>
        <p:spPr>
          <a:xfrm>
            <a:off x="839788" y="2057400"/>
            <a:ext cx="3932237" cy="4140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9C5211-987C-0E4C-8A65-096CAF941FE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id="{A7EC83AD-025F-B541-9368-2FEDDC6B1D1D}"/>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id="{D0C98FAB-9E39-4442-B432-009E972C220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8629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3CED7-2E22-7046-B671-644D9867C310}"/>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637231-3259-8148-A59B-BCA49EE18422}"/>
              </a:ext>
            </a:extLst>
          </p:cNvPr>
          <p:cNvSpPr>
            <a:spLocks noGrp="1"/>
          </p:cNvSpPr>
          <p:nvPr>
            <p:ph type="pic" idx="1"/>
          </p:nvPr>
        </p:nvSpPr>
        <p:spPr>
          <a:xfrm>
            <a:off x="5183188" y="987425"/>
            <a:ext cx="6172200" cy="52035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51F3E8CD-A682-AC45-B9C3-5CB1873728F1}"/>
              </a:ext>
            </a:extLst>
          </p:cNvPr>
          <p:cNvSpPr>
            <a:spLocks noGrp="1"/>
          </p:cNvSpPr>
          <p:nvPr>
            <p:ph type="body" sz="half" idx="2"/>
          </p:nvPr>
        </p:nvSpPr>
        <p:spPr>
          <a:xfrm>
            <a:off x="839788" y="2057400"/>
            <a:ext cx="3932237" cy="41335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6DDB3D-EBBA-E54E-957D-18F54AC5AE6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id="{EE068683-9DAF-2949-BB77-A0BA807B4E8A}"/>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id="{03031D61-53FD-B847-BC95-73B6763ADD6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7883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BD9D8-CC86-7E4D-A036-7F666D5814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1D8279-4EB5-1B4C-AC96-6DA0B332F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F71BE1-3E91-AC49-9604-441E4DD3A9C7}"/>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id="{7C5F1837-E4C0-A34F-B38C-CBF0D65B8F14}"/>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id="{AE605FF2-DF89-7143-8050-5F1B7B5C51E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277591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217324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150817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4C0672D-63A5-7F4F-996A-A49C94A186D4}"/>
              </a:ext>
            </a:extLst>
          </p:cNvPr>
          <p:cNvPicPr>
            <a:picLocks noChangeAspect="1"/>
          </p:cNvPicPr>
          <p:nvPr/>
        </p:nvPicPr>
        <p:blipFill>
          <a:blip r:embed="rId13"/>
          <a:stretch>
            <a:fillRect/>
          </a:stretch>
        </p:blipFill>
        <p:spPr>
          <a:xfrm>
            <a:off x="-17315" y="345287"/>
            <a:ext cx="12192000" cy="475488"/>
          </a:xfrm>
          <a:prstGeom prst="rect">
            <a:avLst/>
          </a:prstGeom>
        </p:spPr>
      </p:pic>
      <p:sp>
        <p:nvSpPr>
          <p:cNvPr id="2" name="Title Placeholder 1">
            <a:extLst>
              <a:ext uri="{FF2B5EF4-FFF2-40B4-BE49-F238E27FC236}">
                <a16:creationId xmlns:a16="http://schemas.microsoft.com/office/drawing/2014/main" id="{FDEC1233-5907-7143-8A9A-729AB9D49605}"/>
              </a:ext>
            </a:extLst>
          </p:cNvPr>
          <p:cNvSpPr>
            <a:spLocks noGrp="1"/>
          </p:cNvSpPr>
          <p:nvPr>
            <p:ph type="title"/>
          </p:nvPr>
        </p:nvSpPr>
        <p:spPr>
          <a:xfrm>
            <a:off x="838200" y="254955"/>
            <a:ext cx="10515600" cy="67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C2E4728-1E09-A64F-9A06-2F96BC71F324}"/>
              </a:ext>
            </a:extLst>
          </p:cNvPr>
          <p:cNvSpPr>
            <a:spLocks noGrp="1"/>
          </p:cNvSpPr>
          <p:nvPr>
            <p:ph type="body" idx="1"/>
          </p:nvPr>
        </p:nvSpPr>
        <p:spPr>
          <a:xfrm>
            <a:off x="838200" y="1055881"/>
            <a:ext cx="10515600" cy="51417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314233A-AE14-694A-BB8D-3E28E47EE53A}"/>
              </a:ext>
            </a:extLst>
          </p:cNvPr>
          <p:cNvSpPr>
            <a:spLocks noGrp="1"/>
          </p:cNvSpPr>
          <p:nvPr>
            <p:ph type="dt" sz="half" idx="2"/>
          </p:nvPr>
        </p:nvSpPr>
        <p:spPr>
          <a:xfrm>
            <a:off x="838201" y="6356350"/>
            <a:ext cx="1411514"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 VTC Academy</a:t>
            </a:r>
          </a:p>
        </p:txBody>
      </p:sp>
      <p:sp>
        <p:nvSpPr>
          <p:cNvPr id="5" name="Footer Placeholder 4">
            <a:extLst>
              <a:ext uri="{FF2B5EF4-FFF2-40B4-BE49-F238E27FC236}">
                <a16:creationId xmlns:a16="http://schemas.microsoft.com/office/drawing/2014/main" id="{85E08028-B976-7C44-A1F6-F7265A55443D}"/>
              </a:ext>
            </a:extLst>
          </p:cNvPr>
          <p:cNvSpPr>
            <a:spLocks noGrp="1"/>
          </p:cNvSpPr>
          <p:nvPr>
            <p:ph type="ftr" sz="quarter" idx="3"/>
          </p:nvPr>
        </p:nvSpPr>
        <p:spPr>
          <a:xfrm>
            <a:off x="2365828" y="6356350"/>
            <a:ext cx="748937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Introduction</a:t>
            </a:r>
          </a:p>
        </p:txBody>
      </p:sp>
      <p:sp>
        <p:nvSpPr>
          <p:cNvPr id="6" name="Slide Number Placeholder 5">
            <a:extLst>
              <a:ext uri="{FF2B5EF4-FFF2-40B4-BE49-F238E27FC236}">
                <a16:creationId xmlns:a16="http://schemas.microsoft.com/office/drawing/2014/main" id="{1836F93A-8372-7749-B2E4-1B714A6CCF1E}"/>
              </a:ext>
            </a:extLst>
          </p:cNvPr>
          <p:cNvSpPr>
            <a:spLocks noGrp="1"/>
          </p:cNvSpPr>
          <p:nvPr>
            <p:ph type="sldNum" sz="quarter" idx="4"/>
          </p:nvPr>
        </p:nvSpPr>
        <p:spPr>
          <a:xfrm>
            <a:off x="9985828" y="6356350"/>
            <a:ext cx="136797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BA5F68-B450-774B-A94B-86322AF8B758}" type="slidenum">
              <a:rPr lang="en-US" smtClean="0"/>
              <a:pPr/>
              <a:t>‹#›</a:t>
            </a:fld>
            <a:endParaRPr lang="en-US"/>
          </a:p>
        </p:txBody>
      </p:sp>
      <p:pic>
        <p:nvPicPr>
          <p:cNvPr id="12" name="Picture 11">
            <a:extLst>
              <a:ext uri="{FF2B5EF4-FFF2-40B4-BE49-F238E27FC236}">
                <a16:creationId xmlns:a16="http://schemas.microsoft.com/office/drawing/2014/main" id="{6402E568-18E6-9A43-8CDC-1DF38DFF6BB5}"/>
              </a:ext>
            </a:extLst>
          </p:cNvPr>
          <p:cNvPicPr>
            <a:picLocks noChangeAspect="1"/>
          </p:cNvPicPr>
          <p:nvPr/>
        </p:nvPicPr>
        <p:blipFill>
          <a:blip r:embed="rId14"/>
          <a:stretch>
            <a:fillRect/>
          </a:stretch>
        </p:blipFill>
        <p:spPr>
          <a:xfrm>
            <a:off x="9087694" y="306094"/>
            <a:ext cx="3116019" cy="571270"/>
          </a:xfrm>
          <a:prstGeom prst="rect">
            <a:avLst/>
          </a:prstGeom>
        </p:spPr>
      </p:pic>
    </p:spTree>
    <p:extLst>
      <p:ext uri="{BB962C8B-B14F-4D97-AF65-F5344CB8AC3E}">
        <p14:creationId xmlns:p14="http://schemas.microsoft.com/office/powerpoint/2010/main" val="17806034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hyperlink" Target="https://www.geeksforgeeks.org/scanner-class-in-java/" TargetMode="External"/><Relationship Id="rId3" Type="http://schemas.openxmlformats.org/officeDocument/2006/relationships/hyperlink" Target="https://gpcoder.com/1638-tong-quan-ve-ngon-ngu-lap-trinh-java/" TargetMode="External"/><Relationship Id="rId7" Type="http://schemas.openxmlformats.org/officeDocument/2006/relationships/hyperlink" Target="https://yellowcodebooks.com/2016/11/01/java-bai-7-nhapxuat-tren-console/" TargetMode="External"/><Relationship Id="rId2" Type="http://schemas.openxmlformats.org/officeDocument/2006/relationships/hyperlink" Target="https://itviec.com/blog/hoc-lap-trinh-java/" TargetMode="External"/><Relationship Id="rId1" Type="http://schemas.openxmlformats.org/officeDocument/2006/relationships/slideLayout" Target="../slideLayouts/slideLayout2.xml"/><Relationship Id="rId6" Type="http://schemas.openxmlformats.org/officeDocument/2006/relationships/hyperlink" Target="http://www.informit.com/articles/article.aspx?p=30241&amp;seqNum=3" TargetMode="External"/><Relationship Id="rId5" Type="http://schemas.openxmlformats.org/officeDocument/2006/relationships/hyperlink" Target="https://www.codingeek.com/java/primitive-data-types-in-java-integers-floating-point-character-and-boolean/" TargetMode="External"/><Relationship Id="rId4" Type="http://schemas.openxmlformats.org/officeDocument/2006/relationships/hyperlink" Target="https://www.learnjavaonline.org/en/" TargetMode="External"/><Relationship Id="rId9" Type="http://schemas.openxmlformats.org/officeDocument/2006/relationships/hyperlink" Target="https://www.javatpoint.com/java-string-format" TargetMode="Externa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D9EB45-1C59-C541-92E7-6FE421F29085}"/>
              </a:ext>
            </a:extLst>
          </p:cNvPr>
          <p:cNvSpPr>
            <a:spLocks noGrp="1"/>
          </p:cNvSpPr>
          <p:nvPr>
            <p:ph type="ctrTitle"/>
          </p:nvPr>
        </p:nvSpPr>
        <p:spPr/>
        <p:txBody>
          <a:bodyPr/>
          <a:lstStyle/>
          <a:p>
            <a:r>
              <a:rPr lang="en-US" dirty="0"/>
              <a:t>Introduction to Programming</a:t>
            </a:r>
          </a:p>
        </p:txBody>
      </p:sp>
      <p:sp>
        <p:nvSpPr>
          <p:cNvPr id="8" name="Subtitle 7">
            <a:extLst>
              <a:ext uri="{FF2B5EF4-FFF2-40B4-BE49-F238E27FC236}">
                <a16:creationId xmlns:a16="http://schemas.microsoft.com/office/drawing/2014/main" id="{DA0CEDCB-5CE2-1B41-9D8B-CA0EB9D3BBD7}"/>
              </a:ext>
            </a:extLst>
          </p:cNvPr>
          <p:cNvSpPr>
            <a:spLocks noGrp="1"/>
          </p:cNvSpPr>
          <p:nvPr>
            <p:ph type="subTitle" idx="1"/>
          </p:nvPr>
        </p:nvSpPr>
        <p:spPr/>
        <p:txBody>
          <a:bodyPr>
            <a:normAutofit/>
          </a:bodyPr>
          <a:lstStyle/>
          <a:p>
            <a:r>
              <a:rPr lang="en-US" sz="3600" dirty="0"/>
              <a:t>Session 01 </a:t>
            </a:r>
          </a:p>
          <a:p>
            <a:r>
              <a:rPr lang="en-US" sz="3600" dirty="0"/>
              <a:t>Introduction to Programming language</a:t>
            </a:r>
          </a:p>
        </p:txBody>
      </p:sp>
    </p:spTree>
    <p:extLst>
      <p:ext uri="{BB962C8B-B14F-4D97-AF65-F5344CB8AC3E}">
        <p14:creationId xmlns:p14="http://schemas.microsoft.com/office/powerpoint/2010/main" val="2854215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Objectives</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lstStyle/>
          <a:p>
            <a:r>
              <a:rPr lang="en-US" dirty="0"/>
              <a:t>Introduction to Java programming language</a:t>
            </a:r>
          </a:p>
          <a:p>
            <a:r>
              <a:rPr lang="en-US" dirty="0"/>
              <a:t>Why Java?</a:t>
            </a:r>
          </a:p>
          <a:p>
            <a:r>
              <a:rPr lang="en-US" dirty="0"/>
              <a:t>Java IDE</a:t>
            </a:r>
          </a:p>
          <a:p>
            <a:r>
              <a:rPr lang="en-US" dirty="0"/>
              <a:t>Hello, world.</a:t>
            </a:r>
          </a:p>
          <a:p>
            <a:r>
              <a:rPr lang="en-US" dirty="0"/>
              <a:t>Basic syntax</a:t>
            </a:r>
          </a:p>
          <a:p>
            <a:r>
              <a:rPr lang="fr-FR" dirty="0"/>
              <a:t>Variable, Constant </a:t>
            </a:r>
          </a:p>
          <a:p>
            <a:r>
              <a:rPr lang="fr-FR" dirty="0"/>
              <a:t>Data types</a:t>
            </a:r>
          </a:p>
          <a:p>
            <a:r>
              <a:rPr lang="fr-FR" dirty="0"/>
              <a:t>Console Input-Output</a:t>
            </a:r>
            <a:endParaRPr lang="en-US" dirty="0"/>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a:t>
            </a:fld>
            <a:endParaRPr lang="en-US" dirty="0"/>
          </a:p>
        </p:txBody>
      </p:sp>
    </p:spTree>
    <p:extLst>
      <p:ext uri="{BB962C8B-B14F-4D97-AF65-F5344CB8AC3E}">
        <p14:creationId xmlns:p14="http://schemas.microsoft.com/office/powerpoint/2010/main" val="308868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Java programming language</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3</a:t>
            </a:fld>
            <a:endParaRPr lang="en-US" dirty="0"/>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534143011"/>
              </p:ext>
            </p:extLst>
          </p:nvPr>
        </p:nvGraphicFramePr>
        <p:xfrm>
          <a:off x="378372" y="1074738"/>
          <a:ext cx="11571890" cy="5127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Java programming language</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4</a:t>
            </a:fld>
            <a:endParaRPr lang="en-US" dirty="0"/>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310065903"/>
              </p:ext>
            </p:extLst>
          </p:nvPr>
        </p:nvGraphicFramePr>
        <p:xfrm>
          <a:off x="378372" y="1074738"/>
          <a:ext cx="11556125" cy="5281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5745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Why Java?</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fontScale="92500"/>
          </a:bodyPr>
          <a:lstStyle/>
          <a:p>
            <a:pPr algn="just"/>
            <a:r>
              <a:rPr lang="en-US" dirty="0"/>
              <a:t>Java is an object-oriented programming language (OOP), multi-purpose and platform independent. Instead of compiling to machine code on a specific platform, java code is compiled into </a:t>
            </a:r>
            <a:r>
              <a:rPr lang="en-US" dirty="0" err="1"/>
              <a:t>bytecode</a:t>
            </a:r>
            <a:r>
              <a:rPr lang="en-US" dirty="0"/>
              <a:t> – an  intermediate format. The </a:t>
            </a:r>
            <a:r>
              <a:rPr lang="en-US" dirty="0" err="1"/>
              <a:t>bytecode</a:t>
            </a:r>
            <a:r>
              <a:rPr lang="en-US" dirty="0"/>
              <a:t> will then be run by the execution environment</a:t>
            </a:r>
          </a:p>
          <a:p>
            <a:pPr algn="just"/>
            <a:r>
              <a:rPr lang="en-US" dirty="0"/>
              <a:t>In other words, java code "writes once, runs anywhere". It will work on any device running the operating system, as long as the Java Runtime Environment (</a:t>
            </a:r>
            <a:r>
              <a:rPr lang="en-US" dirty="0" err="1"/>
              <a:t>JRE</a:t>
            </a:r>
            <a:r>
              <a:rPr lang="en-US" dirty="0"/>
              <a:t>) is installed.</a:t>
            </a:r>
          </a:p>
          <a:p>
            <a:pPr algn="just"/>
            <a:r>
              <a:rPr lang="en-US" dirty="0"/>
              <a:t>Java is the popular choice for many reasons:</a:t>
            </a:r>
          </a:p>
          <a:p>
            <a:pPr lvl="1" algn="just"/>
            <a:r>
              <a:rPr lang="en-US" dirty="0"/>
              <a:t>employment opportunities</a:t>
            </a:r>
          </a:p>
          <a:p>
            <a:pPr lvl="1" algn="just"/>
            <a:r>
              <a:rPr lang="en-US" dirty="0"/>
              <a:t>free</a:t>
            </a:r>
          </a:p>
          <a:p>
            <a:pPr lvl="1" algn="just"/>
            <a:r>
              <a:rPr lang="en-US" dirty="0"/>
              <a:t>extensive source code gallery</a:t>
            </a:r>
          </a:p>
          <a:p>
            <a:pPr lvl="1" algn="just"/>
            <a:r>
              <a:rPr lang="en-US" dirty="0"/>
              <a:t>support documenting with </a:t>
            </a:r>
            <a:r>
              <a:rPr lang="en-US" dirty="0" err="1"/>
              <a:t>javadoc</a:t>
            </a:r>
            <a:endParaRPr lang="en-US" dirty="0"/>
          </a:p>
          <a:p>
            <a:pPr lvl="1" algn="just"/>
            <a:r>
              <a:rPr lang="en-US" dirty="0"/>
              <a:t>strong, dynamic and engaging user community</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5</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Compile and </a:t>
            </a:r>
            <a:r>
              <a:rPr lang="en-US" sz="3200" dirty="0" err="1"/>
              <a:t>Excute</a:t>
            </a:r>
            <a:r>
              <a:rPr lang="en-US" sz="3200" dirty="0"/>
              <a:t> program</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fontAlgn="t"/>
            <a:endParaRPr lang="en-US" dirty="0"/>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6</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166" y="1074057"/>
            <a:ext cx="10255633" cy="5118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2714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Compile and </a:t>
            </a:r>
            <a:r>
              <a:rPr lang="en-US" sz="3200" dirty="0" err="1"/>
              <a:t>Excute</a:t>
            </a:r>
            <a:r>
              <a:rPr lang="en-US" sz="3200" dirty="0"/>
              <a:t> program</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fontAlgn="t"/>
            <a:endParaRPr lang="en-US" dirty="0"/>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7</a:t>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3293" y="1091919"/>
            <a:ext cx="7121907" cy="512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2697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Java SE Platform</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a:xfrm>
            <a:off x="441435" y="1074057"/>
            <a:ext cx="3838466" cy="5128439"/>
          </a:xfrm>
        </p:spPr>
        <p:txBody>
          <a:bodyPr>
            <a:normAutofit/>
          </a:bodyPr>
          <a:lstStyle/>
          <a:p>
            <a:pPr fontAlgn="t"/>
            <a:r>
              <a:rPr lang="en-US" dirty="0" err="1"/>
              <a:t>JRE</a:t>
            </a:r>
            <a:r>
              <a:rPr lang="en-US" dirty="0"/>
              <a:t> (Java Runtime Environment): provides </a:t>
            </a:r>
            <a:r>
              <a:rPr lang="en-US" dirty="0" err="1"/>
              <a:t>JVM</a:t>
            </a:r>
            <a:r>
              <a:rPr lang="en-US" dirty="0"/>
              <a:t> (Java Virtual Machine) and library used to run Java programs.</a:t>
            </a:r>
          </a:p>
          <a:p>
            <a:pPr fontAlgn="t"/>
            <a:r>
              <a:rPr lang="en-US" dirty="0" err="1"/>
              <a:t>JDK</a:t>
            </a:r>
            <a:r>
              <a:rPr lang="en-US" dirty="0"/>
              <a:t> (Java Development Kit): includes the compiler and debugger used to develop Java applications.</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8</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9901" y="926876"/>
            <a:ext cx="7877944" cy="5275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7022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Java applications</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fontAlgn="t"/>
            <a:endParaRPr lang="en-US" dirty="0"/>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9</a:t>
            </a:fld>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112605"/>
            <a:ext cx="4824247" cy="5107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2794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Java IDE</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fontAlgn="t"/>
            <a:r>
              <a:rPr lang="en-US" dirty="0"/>
              <a:t>You can open a basic text editor like notepad and start writing basic Java programs or continue with the integrated development environment (IDE).</a:t>
            </a:r>
          </a:p>
          <a:p>
            <a:pPr algn="just" fontAlgn="t"/>
            <a:r>
              <a:rPr lang="en-US" dirty="0"/>
              <a:t>Some Java IDE:</a:t>
            </a:r>
          </a:p>
          <a:p>
            <a:pPr lvl="1" algn="just" fontAlgn="t"/>
            <a:r>
              <a:rPr lang="en-US" dirty="0" err="1"/>
              <a:t>NetBeans</a:t>
            </a:r>
            <a:r>
              <a:rPr lang="en-US" dirty="0"/>
              <a:t>, </a:t>
            </a:r>
          </a:p>
          <a:p>
            <a:pPr lvl="1" algn="just" fontAlgn="t"/>
            <a:r>
              <a:rPr lang="en-US" dirty="0"/>
              <a:t>Eclipse Java IDE, </a:t>
            </a:r>
          </a:p>
          <a:p>
            <a:pPr lvl="1" algn="just" fontAlgn="t"/>
            <a:r>
              <a:rPr lang="en-US" dirty="0" err="1"/>
              <a:t>JDeveloper</a:t>
            </a:r>
            <a:r>
              <a:rPr lang="en-US" dirty="0"/>
              <a:t>, </a:t>
            </a:r>
          </a:p>
          <a:p>
            <a:pPr lvl="1" algn="just" fontAlgn="t"/>
            <a:r>
              <a:rPr lang="en-US" dirty="0"/>
              <a:t>Android Studio, </a:t>
            </a:r>
          </a:p>
          <a:p>
            <a:pPr lvl="1" algn="just" fontAlgn="t"/>
            <a:r>
              <a:rPr lang="en-US" dirty="0" err="1"/>
              <a:t>MyEclipse</a:t>
            </a:r>
            <a:r>
              <a:rPr lang="en-US" dirty="0"/>
              <a:t> </a:t>
            </a:r>
          </a:p>
          <a:p>
            <a:pPr lvl="1" algn="just" fontAlgn="t"/>
            <a:r>
              <a:rPr lang="en-US" dirty="0" err="1"/>
              <a:t>JEdit</a:t>
            </a:r>
            <a:r>
              <a:rPr lang="en-US" dirty="0"/>
              <a:t>.</a:t>
            </a:r>
          </a:p>
          <a:p>
            <a:pPr lvl="1" algn="just" fontAlgn="t"/>
            <a:r>
              <a:rPr lang="en-US" dirty="0"/>
              <a:t>IntelliJ IDEA</a:t>
            </a:r>
          </a:p>
          <a:p>
            <a:pPr lvl="1" algn="just" fontAlgn="t"/>
            <a:r>
              <a:rPr lang="en-US" dirty="0"/>
              <a:t>Visual Studio Code-Plugin Java</a:t>
            </a:r>
          </a:p>
          <a:p>
            <a:pPr marL="0" indent="0" algn="just" fontAlgn="t">
              <a:buNone/>
            </a:pPr>
            <a:endParaRPr lang="en-US" dirty="0"/>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10</a:t>
            </a:fld>
            <a:endParaRPr lang="en-US" dirty="0"/>
          </a:p>
        </p:txBody>
      </p:sp>
    </p:spTree>
    <p:extLst>
      <p:ext uri="{BB962C8B-B14F-4D97-AF65-F5344CB8AC3E}">
        <p14:creationId xmlns:p14="http://schemas.microsoft.com/office/powerpoint/2010/main" val="3586545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Hello, world</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marL="514350" indent="-514350" fontAlgn="base">
              <a:buFont typeface="+mj-lt"/>
              <a:buAutoNum type="arabicPeriod"/>
            </a:pPr>
            <a:r>
              <a:rPr lang="en-US" dirty="0"/>
              <a:t>import </a:t>
            </a:r>
            <a:r>
              <a:rPr lang="en-US" dirty="0" err="1"/>
              <a:t>java.io</a:t>
            </a:r>
            <a:r>
              <a:rPr lang="en-US" dirty="0"/>
              <a:t>.*;</a:t>
            </a:r>
          </a:p>
          <a:p>
            <a:pPr marL="514350" indent="-514350" fontAlgn="base">
              <a:buFont typeface="+mj-lt"/>
              <a:buAutoNum type="arabicPeriod"/>
            </a:pPr>
            <a:r>
              <a:rPr lang="en-US" dirty="0"/>
              <a:t>public class </a:t>
            </a:r>
            <a:r>
              <a:rPr lang="en-US" dirty="0" err="1"/>
              <a:t>HelloWorld</a:t>
            </a:r>
            <a:r>
              <a:rPr lang="en-US" dirty="0"/>
              <a:t> </a:t>
            </a:r>
          </a:p>
          <a:p>
            <a:pPr marL="514350" indent="-514350" fontAlgn="base">
              <a:buFont typeface="+mj-lt"/>
              <a:buAutoNum type="arabicPeriod"/>
            </a:pPr>
            <a:r>
              <a:rPr lang="en-US" dirty="0"/>
              <a:t>{ </a:t>
            </a:r>
          </a:p>
          <a:p>
            <a:pPr marL="514350" indent="-514350" fontAlgn="base">
              <a:buFont typeface="+mj-lt"/>
              <a:buAutoNum type="arabicPeriod"/>
            </a:pPr>
            <a:r>
              <a:rPr lang="en-US" dirty="0"/>
              <a:t>    // Your program begins with a call to main(). </a:t>
            </a:r>
          </a:p>
          <a:p>
            <a:pPr marL="514350" indent="-514350" fontAlgn="base">
              <a:buFont typeface="+mj-lt"/>
              <a:buAutoNum type="arabicPeriod"/>
            </a:pPr>
            <a:r>
              <a:rPr lang="en-US" dirty="0"/>
              <a:t>    public static void main(String </a:t>
            </a:r>
            <a:r>
              <a:rPr lang="en-US" dirty="0" err="1"/>
              <a:t>args</a:t>
            </a:r>
            <a:r>
              <a:rPr lang="en-US" dirty="0"/>
              <a:t>[]) </a:t>
            </a:r>
          </a:p>
          <a:p>
            <a:pPr marL="514350" indent="-514350" fontAlgn="base">
              <a:buFont typeface="+mj-lt"/>
              <a:buAutoNum type="arabicPeriod"/>
            </a:pPr>
            <a:r>
              <a:rPr lang="en-US" dirty="0"/>
              <a:t>    {</a:t>
            </a:r>
          </a:p>
          <a:p>
            <a:pPr marL="514350" indent="-514350" fontAlgn="base">
              <a:buFont typeface="+mj-lt"/>
              <a:buAutoNum type="arabicPeriod"/>
            </a:pPr>
            <a:r>
              <a:rPr lang="en-US" dirty="0"/>
              <a:t>		/*Prints "Hello, World" to the terminal window. */</a:t>
            </a:r>
          </a:p>
          <a:p>
            <a:pPr marL="514350" indent="-514350" fontAlgn="base">
              <a:buFont typeface="+mj-lt"/>
              <a:buAutoNum type="arabicPeriod"/>
            </a:pPr>
            <a:r>
              <a:rPr lang="en-US" dirty="0"/>
              <a:t> 		</a:t>
            </a:r>
            <a:r>
              <a:rPr lang="en-US" dirty="0" err="1"/>
              <a:t>System.out.println</a:t>
            </a:r>
            <a:r>
              <a:rPr lang="en-US" dirty="0"/>
              <a:t>("Hello, World"); </a:t>
            </a:r>
          </a:p>
          <a:p>
            <a:pPr marL="514350" indent="-514350" fontAlgn="base">
              <a:buFont typeface="+mj-lt"/>
              <a:buAutoNum type="arabicPeriod"/>
            </a:pPr>
            <a:r>
              <a:rPr lang="en-US" dirty="0"/>
              <a:t>    } </a:t>
            </a:r>
          </a:p>
          <a:p>
            <a:pPr marL="514350" indent="-514350" fontAlgn="base">
              <a:buFont typeface="+mj-lt"/>
              <a:buAutoNum type="arabicPeriod"/>
            </a:pPr>
            <a:r>
              <a:rPr lang="en-US" dirty="0"/>
              <a:t>}</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11</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Hello, world</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lnSpcReduction="10000"/>
          </a:bodyPr>
          <a:lstStyle/>
          <a:p>
            <a:pPr algn="just" fontAlgn="t"/>
            <a:r>
              <a:rPr lang="en-US" dirty="0"/>
              <a:t>Line 1 </a:t>
            </a:r>
            <a:r>
              <a:rPr lang="en-US" b="1" dirty="0"/>
              <a:t>import </a:t>
            </a:r>
            <a:r>
              <a:rPr lang="en-US" b="1" dirty="0" err="1"/>
              <a:t>java.io</a:t>
            </a:r>
            <a:r>
              <a:rPr lang="en-US" b="1" dirty="0"/>
              <a:t>.* </a:t>
            </a:r>
            <a:r>
              <a:rPr lang="en-US" dirty="0"/>
              <a:t>is a library declaration command.</a:t>
            </a:r>
          </a:p>
          <a:p>
            <a:pPr algn="just" fontAlgn="base"/>
            <a:r>
              <a:rPr lang="en-US" dirty="0"/>
              <a:t>In Java, every line of code that can actually run needs to be inside a class. Line 2 </a:t>
            </a:r>
            <a:r>
              <a:rPr lang="en-US" b="1" dirty="0"/>
              <a:t>public class </a:t>
            </a:r>
            <a:r>
              <a:rPr lang="en-US" b="1" dirty="0" err="1"/>
              <a:t>HelloWorld</a:t>
            </a:r>
            <a:r>
              <a:rPr lang="en-US" b="1" dirty="0"/>
              <a:t> </a:t>
            </a:r>
            <a:r>
              <a:rPr lang="en-US" dirty="0"/>
              <a:t>declares a class named </a:t>
            </a:r>
            <a:r>
              <a:rPr lang="en-US" dirty="0" err="1"/>
              <a:t>HelloWorld</a:t>
            </a:r>
            <a:r>
              <a:rPr lang="en-US" dirty="0"/>
              <a:t>, which is public, that means that any other class can access it. </a:t>
            </a:r>
          </a:p>
          <a:p>
            <a:pPr algn="just" fontAlgn="base"/>
            <a:r>
              <a:rPr lang="en-US" dirty="0"/>
              <a:t>Line 4 or 7 </a:t>
            </a:r>
            <a:r>
              <a:rPr lang="en-US" b="1" dirty="0"/>
              <a:t>//… or /*…*/ </a:t>
            </a:r>
            <a:r>
              <a:rPr lang="en-US" dirty="0"/>
              <a:t>will be ignored by the compiler and it is called comments in the program.</a:t>
            </a:r>
          </a:p>
          <a:p>
            <a:pPr algn="just"/>
            <a:r>
              <a:rPr lang="en-US" dirty="0"/>
              <a:t>Line 5 </a:t>
            </a:r>
            <a:r>
              <a:rPr lang="en-US" b="1" dirty="0"/>
              <a:t>public static void main(String[] </a:t>
            </a:r>
            <a:r>
              <a:rPr lang="en-US" b="1" dirty="0" err="1"/>
              <a:t>args</a:t>
            </a:r>
            <a:r>
              <a:rPr lang="en-US" b="1" dirty="0"/>
              <a:t>) </a:t>
            </a:r>
            <a:r>
              <a:rPr lang="en-US" dirty="0"/>
              <a:t>this is the entry point of a Java program.</a:t>
            </a:r>
          </a:p>
          <a:p>
            <a:pPr algn="just"/>
            <a:r>
              <a:rPr lang="en-US" dirty="0"/>
              <a:t>Line 8 </a:t>
            </a:r>
            <a:r>
              <a:rPr lang="en-US" b="1" dirty="0" err="1"/>
              <a:t>System.out.println</a:t>
            </a:r>
            <a:r>
              <a:rPr lang="en-US" b="1" dirty="0"/>
              <a:t>("Hello, World") </a:t>
            </a:r>
            <a:r>
              <a:rPr lang="en-US" dirty="0"/>
              <a:t>is a method that can be used to print a line to the screen, it is a part of System class that is a pre-defined class in Java and it holds some useful methods and variables.</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12</a:t>
            </a:fld>
            <a:endParaRPr lang="en-US" dirty="0"/>
          </a:p>
        </p:txBody>
      </p:sp>
    </p:spTree>
    <p:extLst>
      <p:ext uri="{BB962C8B-B14F-4D97-AF65-F5344CB8AC3E}">
        <p14:creationId xmlns:p14="http://schemas.microsoft.com/office/powerpoint/2010/main" val="583266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Basic syntax</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lnSpcReduction="10000"/>
          </a:bodyPr>
          <a:lstStyle/>
          <a:p>
            <a:pPr algn="just"/>
            <a:r>
              <a:rPr lang="en-US" dirty="0"/>
              <a:t>Tokens:</a:t>
            </a:r>
          </a:p>
          <a:p>
            <a:pPr lvl="1" algn="just"/>
            <a:r>
              <a:rPr lang="en-US" dirty="0"/>
              <a:t>A Java program consists of various.</a:t>
            </a:r>
          </a:p>
          <a:p>
            <a:pPr lvl="1" algn="just"/>
            <a:r>
              <a:rPr lang="en-US" dirty="0"/>
              <a:t>A token is either a keyword, an identifier, a constant, a string literal or a symbol.</a:t>
            </a:r>
          </a:p>
          <a:p>
            <a:pPr algn="just"/>
            <a:r>
              <a:rPr lang="en-US" dirty="0"/>
              <a:t>Semicolons:</a:t>
            </a:r>
          </a:p>
          <a:p>
            <a:pPr lvl="1" algn="just"/>
            <a:r>
              <a:rPr lang="en-US" dirty="0"/>
              <a:t>The semicolon (;) is a statement terminator.</a:t>
            </a:r>
          </a:p>
          <a:p>
            <a:pPr lvl="1" algn="just"/>
            <a:r>
              <a:rPr lang="en-US" dirty="0"/>
              <a:t>Each individual statement must be ended with a semicolon.</a:t>
            </a:r>
          </a:p>
          <a:p>
            <a:pPr lvl="1" algn="just"/>
            <a:r>
              <a:rPr lang="en-US" dirty="0"/>
              <a:t>It indicates the end of one logical entity.</a:t>
            </a:r>
          </a:p>
          <a:p>
            <a:pPr algn="just"/>
            <a:r>
              <a:rPr lang="en-US" dirty="0"/>
              <a:t>Comments:</a:t>
            </a:r>
          </a:p>
          <a:p>
            <a:pPr lvl="1" algn="just"/>
            <a:r>
              <a:rPr lang="en-US" dirty="0"/>
              <a:t>Comments are like helping text in java program &amp; they are ignored by the compiler.</a:t>
            </a:r>
          </a:p>
          <a:p>
            <a:pPr lvl="1" algn="just"/>
            <a:r>
              <a:rPr lang="en-US" dirty="0"/>
              <a:t>Examples: // Your program begins with a call to main().</a:t>
            </a:r>
          </a:p>
          <a:p>
            <a:pPr marL="457200" lvl="1" indent="0" algn="just">
              <a:buNone/>
            </a:pPr>
            <a:r>
              <a:rPr lang="en-US" dirty="0"/>
              <a:t>		/*Prints "Hello, World" to the terminal window. */</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13</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Basic syntax</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a:r>
              <a:rPr lang="en-US" sz="3200" dirty="0"/>
              <a:t>Identifiers: </a:t>
            </a:r>
          </a:p>
          <a:p>
            <a:pPr lvl="1" algn="just"/>
            <a:r>
              <a:rPr lang="en-US" sz="2800" dirty="0"/>
              <a:t>Identifier is a concept used to name a variable, constant, function, class, ... in the program</a:t>
            </a:r>
          </a:p>
          <a:p>
            <a:pPr lvl="1" algn="just"/>
            <a:r>
              <a:rPr lang="en-US" sz="2800" dirty="0"/>
              <a:t>It is conventionally named as follows:</a:t>
            </a:r>
          </a:p>
          <a:p>
            <a:pPr lvl="2" algn="just"/>
            <a:r>
              <a:rPr lang="en-US" sz="2400" dirty="0"/>
              <a:t>start with a letter or _</a:t>
            </a:r>
          </a:p>
          <a:p>
            <a:pPr lvl="2" algn="just"/>
            <a:r>
              <a:rPr lang="en-US" sz="2400" dirty="0"/>
              <a:t>do not contain special characters such as @, #, ...</a:t>
            </a:r>
          </a:p>
          <a:p>
            <a:pPr lvl="2" algn="just"/>
            <a:r>
              <a:rPr lang="en-US" sz="2400" dirty="0"/>
              <a:t>cannot match keywords in java language</a:t>
            </a:r>
          </a:p>
          <a:p>
            <a:pPr lvl="1" algn="just"/>
            <a:r>
              <a:rPr lang="en-US" sz="2800" dirty="0"/>
              <a:t>Java is a case-sensitive programming language.</a:t>
            </a:r>
          </a:p>
          <a:p>
            <a:pPr lvl="1" algn="just"/>
            <a:r>
              <a:rPr lang="en-US" sz="2800" dirty="0"/>
              <a:t>Examples:</a:t>
            </a:r>
          </a:p>
          <a:p>
            <a:pPr marL="457200" lvl="1" indent="0" algn="just">
              <a:buNone/>
            </a:pPr>
            <a:r>
              <a:rPr lang="en-US" sz="2800" dirty="0"/>
              <a:t>	</a:t>
            </a:r>
            <a:r>
              <a:rPr lang="en-US" sz="2800" dirty="0" err="1"/>
              <a:t>myName</a:t>
            </a:r>
            <a:r>
              <a:rPr lang="en-US" sz="2800" dirty="0"/>
              <a:t>	</a:t>
            </a:r>
            <a:r>
              <a:rPr lang="en-US" sz="2800" dirty="0" err="1"/>
              <a:t>ivalue</a:t>
            </a:r>
            <a:r>
              <a:rPr lang="en-US" sz="2800" dirty="0"/>
              <a:t>		_value	</a:t>
            </a:r>
            <a:r>
              <a:rPr lang="en-US" sz="2800" dirty="0" err="1"/>
              <a:t>retVal</a:t>
            </a:r>
            <a:endParaRPr lang="en-US" sz="2800" dirty="0"/>
          </a:p>
          <a:p>
            <a:pPr marL="457200" lvl="1" indent="0" algn="just">
              <a:buNone/>
            </a:pPr>
            <a:r>
              <a:rPr lang="en-US" sz="2800" dirty="0"/>
              <a:t>	</a:t>
            </a:r>
            <a:r>
              <a:rPr lang="en-US" sz="2800" dirty="0" err="1"/>
              <a:t>add123</a:t>
            </a:r>
            <a:r>
              <a:rPr lang="en-US" sz="2800" dirty="0"/>
              <a:t>	j		</a:t>
            </a:r>
            <a:r>
              <a:rPr lang="en-US" sz="2800" dirty="0" err="1"/>
              <a:t>a_b_c</a:t>
            </a:r>
            <a:r>
              <a:rPr lang="en-US" sz="2800" dirty="0"/>
              <a:t>		T</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14</a:t>
            </a:fld>
            <a:endParaRPr lang="en-US" dirty="0"/>
          </a:p>
        </p:txBody>
      </p:sp>
    </p:spTree>
    <p:extLst>
      <p:ext uri="{BB962C8B-B14F-4D97-AF65-F5344CB8AC3E}">
        <p14:creationId xmlns:p14="http://schemas.microsoft.com/office/powerpoint/2010/main" val="311245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Basic syntax</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r>
              <a:rPr lang="en-US" dirty="0"/>
              <a:t>Keywords: The following list shows the reserved words in Java. Keywords in java: </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15</a:t>
            </a:fld>
            <a:endParaRPr 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2740" y="1944587"/>
            <a:ext cx="9285203" cy="4459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4653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Variable</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a:xfrm>
            <a:off x="838200" y="1074057"/>
            <a:ext cx="4947745" cy="5128439"/>
          </a:xfrm>
        </p:spPr>
        <p:txBody>
          <a:bodyPr>
            <a:normAutofit fontScale="92500" lnSpcReduction="10000"/>
          </a:bodyPr>
          <a:lstStyle/>
          <a:p>
            <a:pPr algn="just">
              <a:lnSpc>
                <a:spcPct val="100000"/>
              </a:lnSpc>
              <a:spcBef>
                <a:spcPts val="600"/>
              </a:spcBef>
              <a:spcAft>
                <a:spcPts val="600"/>
              </a:spcAft>
            </a:pPr>
            <a:r>
              <a:rPr lang="en-US" dirty="0">
                <a:latin typeface="Calibri (Body)"/>
                <a:ea typeface="Arial Unicode MS" pitchFamily="34" charset="-128"/>
                <a:cs typeface="Arial Unicode MS" pitchFamily="34" charset="-128"/>
              </a:rPr>
              <a:t>Helps the system create memory areas to store values in the application.</a:t>
            </a:r>
          </a:p>
          <a:p>
            <a:pPr algn="just">
              <a:lnSpc>
                <a:spcPct val="100000"/>
              </a:lnSpc>
              <a:spcBef>
                <a:spcPts val="600"/>
              </a:spcBef>
              <a:spcAft>
                <a:spcPts val="600"/>
              </a:spcAft>
            </a:pPr>
            <a:r>
              <a:rPr lang="en-US" dirty="0">
                <a:latin typeface="Calibri (Body)"/>
                <a:ea typeface="Arial Unicode MS" pitchFamily="34" charset="-128"/>
                <a:cs typeface="Arial Unicode MS" pitchFamily="34" charset="-128"/>
              </a:rPr>
              <a:t>Each variable has its own data type, which varies in size depending on the </a:t>
            </a:r>
            <a:r>
              <a:rPr lang="en-US" i="1" dirty="0">
                <a:latin typeface="Calibri (Body)"/>
                <a:ea typeface="Arial Unicode MS" pitchFamily="34" charset="-128"/>
                <a:cs typeface="Arial Unicode MS" pitchFamily="34" charset="-128"/>
              </a:rPr>
              <a:t>data type </a:t>
            </a:r>
            <a:r>
              <a:rPr lang="en-US" dirty="0">
                <a:latin typeface="Calibri (Body)"/>
                <a:ea typeface="Arial Unicode MS" pitchFamily="34" charset="-128"/>
                <a:cs typeface="Arial Unicode MS" pitchFamily="34" charset="-128"/>
              </a:rPr>
              <a:t>- indicating the ability to store the value of the variable.</a:t>
            </a:r>
          </a:p>
          <a:p>
            <a:pPr algn="just">
              <a:lnSpc>
                <a:spcPct val="100000"/>
              </a:lnSpc>
              <a:spcBef>
                <a:spcPts val="600"/>
              </a:spcBef>
              <a:spcAft>
                <a:spcPts val="600"/>
              </a:spcAft>
            </a:pPr>
            <a:r>
              <a:rPr lang="en-US" dirty="0">
                <a:latin typeface="Calibri (Body)"/>
                <a:ea typeface="Arial Unicode MS" pitchFamily="34" charset="-128"/>
                <a:cs typeface="Arial Unicode MS" pitchFamily="34" charset="-128"/>
              </a:rPr>
              <a:t>Each variable must also be given a </a:t>
            </a:r>
            <a:r>
              <a:rPr lang="en-US" i="1" dirty="0">
                <a:latin typeface="Calibri (Body)"/>
                <a:ea typeface="Arial Unicode MS" pitchFamily="34" charset="-128"/>
                <a:cs typeface="Arial Unicode MS" pitchFamily="34" charset="-128"/>
              </a:rPr>
              <a:t>name / identifier </a:t>
            </a:r>
            <a:r>
              <a:rPr lang="en-US" dirty="0">
                <a:latin typeface="Calibri (Body)"/>
                <a:ea typeface="Arial Unicode MS" pitchFamily="34" charset="-128"/>
                <a:cs typeface="Arial Unicode MS" pitchFamily="34" charset="-128"/>
              </a:rPr>
              <a:t>to help the system manage and access data in its memory.</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16</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2428" y="1369957"/>
            <a:ext cx="5942325" cy="347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Variable declaration</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a:r>
              <a:rPr lang="en-US" sz="3200" dirty="0">
                <a:latin typeface="Calibri (Body)"/>
              </a:rPr>
              <a:t>Syntax variable declaration in java</a:t>
            </a:r>
          </a:p>
          <a:p>
            <a:pPr marL="0" indent="0" algn="just">
              <a:buNone/>
            </a:pPr>
            <a:r>
              <a:rPr lang="en-US" sz="3200" dirty="0"/>
              <a:t>	</a:t>
            </a:r>
            <a:r>
              <a:rPr lang="en-US" sz="3200" b="1" dirty="0"/>
              <a:t>&lt;data type&gt; &lt;</a:t>
            </a:r>
            <a:r>
              <a:rPr lang="en-US" sz="3200" b="1" dirty="0" err="1"/>
              <a:t>variable_name</a:t>
            </a:r>
            <a:r>
              <a:rPr lang="en-US" sz="3200" b="1" dirty="0"/>
              <a:t>&gt; [= value];</a:t>
            </a:r>
          </a:p>
          <a:p>
            <a:pPr algn="just"/>
            <a:r>
              <a:rPr lang="en-US" sz="3200" dirty="0">
                <a:latin typeface="Calibri (Body)"/>
              </a:rPr>
              <a:t>Examples:</a:t>
            </a:r>
          </a:p>
          <a:p>
            <a:pPr lvl="1" algn="just"/>
            <a:r>
              <a:rPr lang="vi-VN" sz="2800" dirty="0">
                <a:latin typeface="Calibri (Body)"/>
              </a:rPr>
              <a:t>double salary;</a:t>
            </a:r>
          </a:p>
          <a:p>
            <a:pPr lvl="1" algn="just"/>
            <a:r>
              <a:rPr lang="vi-VN" sz="2800" dirty="0">
                <a:latin typeface="Calibri (Body)"/>
              </a:rPr>
              <a:t>int count = 0;</a:t>
            </a:r>
          </a:p>
          <a:p>
            <a:pPr lvl="1" algn="just"/>
            <a:r>
              <a:rPr lang="vi-VN" sz="2800" dirty="0">
                <a:latin typeface="Calibri (Body)"/>
              </a:rPr>
              <a:t>boolean done = false;</a:t>
            </a:r>
          </a:p>
          <a:p>
            <a:pPr lvl="1" algn="just"/>
            <a:r>
              <a:rPr lang="vi-VN" sz="2800" dirty="0">
                <a:latin typeface="Calibri (Body)"/>
              </a:rPr>
              <a:t>long earthPopulation;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17</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Constant</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a:r>
              <a:rPr lang="en-US" sz="3200" dirty="0"/>
              <a:t>Constants are similar to variables, but especially if a variable is declared as a constant, it will not be changed during the program.</a:t>
            </a:r>
          </a:p>
          <a:p>
            <a:pPr algn="just"/>
            <a:r>
              <a:rPr lang="en-US" sz="3200" dirty="0"/>
              <a:t>To declare a constant in JAVA, we add final before the variable declaration syntax and must assign it a value..</a:t>
            </a:r>
          </a:p>
          <a:p>
            <a:pPr marL="0" indent="0" algn="just">
              <a:buNone/>
            </a:pPr>
            <a:r>
              <a:rPr lang="en-US" sz="3200" dirty="0"/>
              <a:t>	</a:t>
            </a:r>
            <a:r>
              <a:rPr lang="en-US" sz="3200" b="1" dirty="0"/>
              <a:t>&lt;final&gt; &lt;data type&gt; &lt;</a:t>
            </a:r>
            <a:r>
              <a:rPr lang="en-US" sz="3200" b="1" dirty="0" err="1"/>
              <a:t>constant_name</a:t>
            </a:r>
            <a:r>
              <a:rPr lang="en-US" sz="3200" b="1" dirty="0"/>
              <a:t> = value&gt;;</a:t>
            </a:r>
          </a:p>
          <a:p>
            <a:pPr algn="just"/>
            <a:r>
              <a:rPr lang="en-US" sz="3200" dirty="0"/>
              <a:t>Examples:</a:t>
            </a:r>
          </a:p>
          <a:p>
            <a:pPr lvl="1" algn="just"/>
            <a:r>
              <a:rPr lang="en-US" sz="2800" dirty="0"/>
              <a:t>final float PI = </a:t>
            </a:r>
            <a:r>
              <a:rPr lang="en-US" sz="2800" dirty="0" err="1"/>
              <a:t>3.14f</a:t>
            </a:r>
            <a:r>
              <a:rPr lang="en-US" sz="2800" dirty="0"/>
              <a:t>;</a:t>
            </a:r>
          </a:p>
          <a:p>
            <a:pPr lvl="1" algn="just"/>
            <a:r>
              <a:rPr lang="en-US" sz="2800" dirty="0"/>
              <a:t>final char </a:t>
            </a:r>
            <a:r>
              <a:rPr lang="en-US" sz="2800" dirty="0" err="1"/>
              <a:t>FIRST_CHARACTER</a:t>
            </a:r>
            <a:r>
              <a:rPr lang="en-US" sz="2800" dirty="0"/>
              <a:t> = 'a';</a:t>
            </a:r>
          </a:p>
          <a:p>
            <a:pPr lvl="1" algn="just"/>
            <a:r>
              <a:rPr lang="en-US" sz="2800" dirty="0"/>
              <a:t>final </a:t>
            </a:r>
            <a:r>
              <a:rPr lang="en-US" sz="2800" dirty="0" err="1"/>
              <a:t>int</a:t>
            </a:r>
            <a:r>
              <a:rPr lang="en-US" sz="2800" dirty="0"/>
              <a:t> </a:t>
            </a:r>
            <a:r>
              <a:rPr lang="en-US" sz="2800" dirty="0" err="1"/>
              <a:t>VIP_TYPE</a:t>
            </a:r>
            <a:r>
              <a:rPr lang="en-US" sz="2800" dirty="0"/>
              <a:t> = 1;</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18</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Data type </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a:r>
              <a:rPr lang="en-US" sz="3200" dirty="0"/>
              <a:t>The data type tells the system how big a variable / constant is, this magnitude indicates the ability to store the value of the variable.</a:t>
            </a:r>
          </a:p>
          <a:p>
            <a:pPr algn="just"/>
            <a:r>
              <a:rPr lang="en-US" sz="3200" dirty="0"/>
              <a:t>Choosing a data type for a variable depends on the problem to be solved. Usually we should rely on the function or ability to store the value of that variable.</a:t>
            </a:r>
          </a:p>
          <a:p>
            <a:pPr algn="just"/>
            <a:r>
              <a:rPr lang="en-US" sz="3200" dirty="0"/>
              <a:t>Data types in JAVA include: “primitive” type and “extended/reference” type.</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19</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Data type – primitive type  </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20</a:t>
            </a:fld>
            <a:endParaRPr lang="en-US" dirty="0"/>
          </a:p>
        </p:txBody>
      </p:sp>
      <p:pic>
        <p:nvPicPr>
          <p:cNvPr id="7"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9168" y="1699504"/>
            <a:ext cx="10493664" cy="3878093"/>
          </a:xfrm>
        </p:spPr>
      </p:pic>
    </p:spTree>
    <p:extLst>
      <p:ext uri="{BB962C8B-B14F-4D97-AF65-F5344CB8AC3E}">
        <p14:creationId xmlns:p14="http://schemas.microsoft.com/office/powerpoint/2010/main" val="173347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Data type </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a:r>
              <a:rPr lang="en-US" sz="3200" dirty="0"/>
              <a:t>The data type tells the system how big a variable / constant is, this magnitude indicates the ability to store the value of the variable.</a:t>
            </a:r>
          </a:p>
          <a:p>
            <a:pPr algn="just"/>
            <a:r>
              <a:rPr lang="en-US" sz="3200" dirty="0"/>
              <a:t>Choosing a data type for a variable depends on the problem to be solved. Usually we should rely on the function or ability to store the value of that variable.</a:t>
            </a:r>
          </a:p>
          <a:p>
            <a:pPr algn="just"/>
            <a:r>
              <a:rPr lang="en-US" sz="3200" dirty="0"/>
              <a:t>Data types in JAVA include: “primitive” type and “extended/reference” type.</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21</a:t>
            </a:fld>
            <a:endParaRPr lang="en-US" dirty="0"/>
          </a:p>
        </p:txBody>
      </p:sp>
    </p:spTree>
    <p:extLst>
      <p:ext uri="{BB962C8B-B14F-4D97-AF65-F5344CB8AC3E}">
        <p14:creationId xmlns:p14="http://schemas.microsoft.com/office/powerpoint/2010/main" val="173347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Data type </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a:r>
              <a:rPr lang="en-US" sz="3200" dirty="0"/>
              <a:t>The data type tells the system how big a variable / constant is, this magnitude indicates the ability to store the value of the variable.</a:t>
            </a:r>
          </a:p>
          <a:p>
            <a:pPr algn="just"/>
            <a:r>
              <a:rPr lang="en-US" sz="3200" dirty="0"/>
              <a:t>Choosing a data type for a variable depends on the problem to be solved. Usually we should rely on the function or ability to store the value of that variable.</a:t>
            </a:r>
          </a:p>
          <a:p>
            <a:pPr algn="just"/>
            <a:r>
              <a:rPr lang="en-US" sz="3200" dirty="0"/>
              <a:t>Data types in JAVA include: “primitive” type and “extended/reference” type.</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22</a:t>
            </a:fld>
            <a:endParaRPr lang="en-US" dirty="0"/>
          </a:p>
        </p:txBody>
      </p:sp>
    </p:spTree>
    <p:extLst>
      <p:ext uri="{BB962C8B-B14F-4D97-AF65-F5344CB8AC3E}">
        <p14:creationId xmlns:p14="http://schemas.microsoft.com/office/powerpoint/2010/main" val="173347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Data type – primitive type </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5451"/>
            <a:ext cx="10515600" cy="3886199"/>
          </a:xfrm>
        </p:spPr>
      </p:pic>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23</a:t>
            </a:fld>
            <a:endParaRPr lang="en-US" dirty="0"/>
          </a:p>
        </p:txBody>
      </p:sp>
    </p:spTree>
    <p:extLst>
      <p:ext uri="{BB962C8B-B14F-4D97-AF65-F5344CB8AC3E}">
        <p14:creationId xmlns:p14="http://schemas.microsoft.com/office/powerpoint/2010/main" val="4135917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Data type – integer type </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a:r>
              <a:rPr lang="en-US" sz="3200" dirty="0"/>
              <a:t>For example:</a:t>
            </a:r>
          </a:p>
          <a:p>
            <a:pPr lvl="1" algn="just"/>
            <a:r>
              <a:rPr lang="en-US" sz="2800" dirty="0"/>
              <a:t>correct:</a:t>
            </a:r>
          </a:p>
          <a:p>
            <a:pPr lvl="2" algn="just"/>
            <a:r>
              <a:rPr lang="en-US" sz="2400" dirty="0"/>
              <a:t>byte month = 5;</a:t>
            </a:r>
          </a:p>
          <a:p>
            <a:pPr lvl="2" algn="just"/>
            <a:r>
              <a:rPr lang="en-US" sz="2400" dirty="0"/>
              <a:t>short </a:t>
            </a:r>
            <a:r>
              <a:rPr lang="en-US" sz="2400" dirty="0" err="1"/>
              <a:t>salaryUSD</a:t>
            </a:r>
            <a:r>
              <a:rPr lang="en-US" sz="2400" dirty="0"/>
              <a:t> = 2000;</a:t>
            </a:r>
          </a:p>
          <a:p>
            <a:pPr lvl="1" algn="just"/>
            <a:r>
              <a:rPr lang="en-US" sz="2800" dirty="0"/>
              <a:t>Incorrect:</a:t>
            </a:r>
          </a:p>
          <a:p>
            <a:pPr lvl="2" algn="just"/>
            <a:r>
              <a:rPr lang="en-US" sz="2400" dirty="0"/>
              <a:t>byte day = 365;</a:t>
            </a:r>
          </a:p>
          <a:p>
            <a:pPr lvl="2" algn="just"/>
            <a:r>
              <a:rPr lang="en-US" sz="2400" dirty="0"/>
              <a:t>short </a:t>
            </a:r>
            <a:r>
              <a:rPr lang="en-US" sz="2400" dirty="0" err="1"/>
              <a:t>salaryVND</a:t>
            </a:r>
            <a:r>
              <a:rPr lang="en-US" sz="2400" dirty="0"/>
              <a:t> = 40000000;</a:t>
            </a:r>
          </a:p>
          <a:p>
            <a:pPr algn="just"/>
            <a:r>
              <a:rPr lang="en-US" sz="3200" dirty="0"/>
              <a:t>Note: If no value is declared for the variable, the integer variable type will default to 0 (or </a:t>
            </a:r>
            <a:r>
              <a:rPr lang="en-US" sz="3200" dirty="0" err="1"/>
              <a:t>0L</a:t>
            </a:r>
            <a:r>
              <a:rPr lang="en-US" sz="3200" dirty="0"/>
              <a:t> for long type).</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24</a:t>
            </a:fld>
            <a:endParaRPr lang="en-US" dirty="0"/>
          </a:p>
        </p:txBody>
      </p:sp>
      <p:pic>
        <p:nvPicPr>
          <p:cNvPr id="1026" name="Picture 2" descr="C:\Users\quang\Desktop\VTCA\2019\2-Introduction_to_Programming\Integer-Siz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1614" y="1163365"/>
            <a:ext cx="6572250" cy="2510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7408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Data type – real number type </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fontScale="92500" lnSpcReduction="10000"/>
          </a:bodyPr>
          <a:lstStyle/>
          <a:p>
            <a:pPr algn="just"/>
            <a:r>
              <a:rPr lang="en-US" sz="3200" dirty="0"/>
              <a:t>This type is used to store and calculate real numbers, which are floating-point numbers, including:</a:t>
            </a:r>
          </a:p>
          <a:p>
            <a:pPr algn="just"/>
            <a:endParaRPr lang="en-US" sz="3200" dirty="0"/>
          </a:p>
          <a:p>
            <a:pPr algn="just"/>
            <a:endParaRPr lang="en-US" sz="3200" dirty="0"/>
          </a:p>
          <a:p>
            <a:pPr algn="just"/>
            <a:endParaRPr lang="en-US" sz="3200" dirty="0"/>
          </a:p>
          <a:p>
            <a:pPr algn="just"/>
            <a:r>
              <a:rPr lang="en-US" sz="3200" dirty="0"/>
              <a:t>For example:</a:t>
            </a:r>
          </a:p>
          <a:p>
            <a:pPr lvl="1" algn="just"/>
            <a:r>
              <a:rPr lang="en-US" dirty="0"/>
              <a:t>float rating = </a:t>
            </a:r>
            <a:r>
              <a:rPr lang="en-US" dirty="0" err="1"/>
              <a:t>3.5f</a:t>
            </a:r>
            <a:r>
              <a:rPr lang="en-US" dirty="0"/>
              <a:t>;</a:t>
            </a:r>
          </a:p>
          <a:p>
            <a:pPr lvl="1" algn="just"/>
            <a:r>
              <a:rPr lang="en-US" dirty="0"/>
              <a:t>double radius = 34.162;</a:t>
            </a:r>
          </a:p>
          <a:p>
            <a:pPr algn="just"/>
            <a:r>
              <a:rPr lang="en-US" sz="3200" dirty="0"/>
              <a:t>Note: If no value is declared for the variable, then the actual numeric variable has a default value of </a:t>
            </a:r>
            <a:r>
              <a:rPr lang="en-US" sz="3200" dirty="0" err="1"/>
              <a:t>0.0f</a:t>
            </a:r>
            <a:r>
              <a:rPr lang="en-US" sz="3200" dirty="0"/>
              <a:t> for the float type and </a:t>
            </a:r>
            <a:r>
              <a:rPr lang="en-US" sz="3200" dirty="0" err="1"/>
              <a:t>0.0d</a:t>
            </a:r>
            <a:r>
              <a:rPr lang="en-US" sz="3200" dirty="0"/>
              <a:t> for the double type.</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25</a:t>
            </a:fld>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220688" y="1852667"/>
            <a:ext cx="8077101" cy="158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622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Data type – char type</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a:r>
              <a:rPr lang="en-US" sz="3200" dirty="0"/>
              <a:t>The char type has a width of 1 byte, used to store a character enclosed in single quotes ('') like: 'a', 'B' ...</a:t>
            </a:r>
          </a:p>
          <a:p>
            <a:pPr algn="just"/>
            <a:r>
              <a:rPr lang="en-US" sz="3200" dirty="0"/>
              <a:t>For example:</a:t>
            </a:r>
          </a:p>
          <a:p>
            <a:pPr lvl="1" algn="just"/>
            <a:r>
              <a:rPr lang="en-US" dirty="0"/>
              <a:t>Correct:</a:t>
            </a:r>
          </a:p>
          <a:p>
            <a:pPr lvl="2" algn="just"/>
            <a:r>
              <a:rPr lang="en-US" dirty="0"/>
              <a:t>char </a:t>
            </a:r>
            <a:r>
              <a:rPr lang="en-US" dirty="0" err="1"/>
              <a:t>thisChar</a:t>
            </a:r>
            <a:r>
              <a:rPr lang="en-US" dirty="0"/>
              <a:t> = 'a';</a:t>
            </a:r>
          </a:p>
          <a:p>
            <a:pPr lvl="2" algn="just"/>
            <a:r>
              <a:rPr lang="en-US" dirty="0"/>
              <a:t>char gender = ‘M ';</a:t>
            </a:r>
          </a:p>
          <a:p>
            <a:pPr lvl="1" algn="just"/>
            <a:r>
              <a:rPr lang="en-US" dirty="0"/>
              <a:t>Incorrect:</a:t>
            </a:r>
          </a:p>
          <a:p>
            <a:pPr lvl="2" algn="just"/>
            <a:r>
              <a:rPr lang="en-US" dirty="0"/>
              <a:t>char </a:t>
            </a:r>
            <a:r>
              <a:rPr lang="en-US" dirty="0" err="1"/>
              <a:t>thisCharFail1</a:t>
            </a:r>
            <a:r>
              <a:rPr lang="en-US" dirty="0"/>
              <a:t> = "a";</a:t>
            </a:r>
          </a:p>
          <a:p>
            <a:pPr lvl="2" algn="just"/>
            <a:r>
              <a:rPr lang="en-US" dirty="0"/>
              <a:t>char </a:t>
            </a:r>
            <a:r>
              <a:rPr lang="en-US" dirty="0" err="1"/>
              <a:t>thisCharFail2</a:t>
            </a:r>
            <a:r>
              <a:rPr lang="en-US" dirty="0"/>
              <a:t> = b;</a:t>
            </a:r>
          </a:p>
          <a:p>
            <a:pPr lvl="2" algn="just"/>
            <a:r>
              <a:rPr lang="en-US" dirty="0"/>
              <a:t>char </a:t>
            </a:r>
            <a:r>
              <a:rPr lang="en-US" dirty="0" err="1"/>
              <a:t>thisCharFail3</a:t>
            </a:r>
            <a:r>
              <a:rPr lang="en-US" dirty="0"/>
              <a:t> = '</a:t>
            </a:r>
            <a:r>
              <a:rPr lang="en-US" dirty="0" err="1"/>
              <a:t>ab</a:t>
            </a:r>
            <a:r>
              <a:rPr lang="en-US" dirty="0"/>
              <a:t>';</a:t>
            </a:r>
            <a:endParaRPr lang="vi-VN" dirty="0"/>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26</a:t>
            </a:fld>
            <a:endParaRPr lang="en-US" dirty="0"/>
          </a:p>
        </p:txBody>
      </p:sp>
    </p:spTree>
    <p:extLst>
      <p:ext uri="{BB962C8B-B14F-4D97-AF65-F5344CB8AC3E}">
        <p14:creationId xmlns:p14="http://schemas.microsoft.com/office/powerpoint/2010/main" val="362727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Data type – </a:t>
            </a:r>
            <a:r>
              <a:rPr lang="en-US" sz="3200" dirty="0" err="1"/>
              <a:t>boolean</a:t>
            </a:r>
            <a:r>
              <a:rPr lang="en-US" sz="3200" dirty="0"/>
              <a:t> type </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a:r>
              <a:rPr lang="en-US" sz="3200" dirty="0"/>
              <a:t>The </a:t>
            </a:r>
            <a:r>
              <a:rPr lang="en-US" sz="3200" dirty="0" err="1"/>
              <a:t>boolean</a:t>
            </a:r>
            <a:r>
              <a:rPr lang="en-US" sz="3200" dirty="0"/>
              <a:t> type in Java is only represented by two values: true and false.</a:t>
            </a:r>
          </a:p>
          <a:p>
            <a:pPr algn="just"/>
            <a:r>
              <a:rPr lang="en-US" sz="3200" dirty="0"/>
              <a:t>In java, it is used in checking logical conditions, not in calculations.</a:t>
            </a:r>
          </a:p>
          <a:p>
            <a:pPr algn="just"/>
            <a:r>
              <a:rPr lang="en-US" sz="3200" dirty="0"/>
              <a:t>For example:</a:t>
            </a:r>
          </a:p>
          <a:p>
            <a:pPr lvl="1" algn="just"/>
            <a:r>
              <a:rPr lang="en-US" dirty="0"/>
              <a:t>correct: </a:t>
            </a:r>
            <a:r>
              <a:rPr lang="en-US" dirty="0" err="1"/>
              <a:t>boolean</a:t>
            </a:r>
            <a:r>
              <a:rPr lang="en-US" dirty="0"/>
              <a:t> male = true, graduated = false;</a:t>
            </a:r>
          </a:p>
          <a:p>
            <a:pPr lvl="1" algn="just"/>
            <a:r>
              <a:rPr lang="en-US" dirty="0"/>
              <a:t>incorrect: </a:t>
            </a:r>
            <a:r>
              <a:rPr lang="en-US" dirty="0" err="1"/>
              <a:t>boolean</a:t>
            </a:r>
            <a:r>
              <a:rPr lang="en-US" dirty="0"/>
              <a:t> male = 1, graduated = 0;</a:t>
            </a:r>
          </a:p>
          <a:p>
            <a:pPr algn="just"/>
            <a:r>
              <a:rPr lang="en-US" sz="3200" dirty="0"/>
              <a:t>Note: If no value is declared for the variable, then the </a:t>
            </a:r>
            <a:r>
              <a:rPr lang="en-US" sz="3200" dirty="0" err="1"/>
              <a:t>boolean</a:t>
            </a:r>
            <a:r>
              <a:rPr lang="en-US" sz="3200" dirty="0"/>
              <a:t> variable will have a default value of false.</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27</a:t>
            </a:fld>
            <a:endParaRPr lang="en-US" dirty="0"/>
          </a:p>
        </p:txBody>
      </p:sp>
    </p:spTree>
    <p:extLst>
      <p:ext uri="{BB962C8B-B14F-4D97-AF65-F5344CB8AC3E}">
        <p14:creationId xmlns:p14="http://schemas.microsoft.com/office/powerpoint/2010/main" val="381624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Data type – reference type </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lnSpcReduction="10000"/>
          </a:bodyPr>
          <a:lstStyle/>
          <a:p>
            <a:pPr algn="just"/>
            <a:r>
              <a:rPr lang="en-US" sz="3200" dirty="0"/>
              <a:t>In Java, the type created by combining primitive types together called reference types, usually created by classes (will learn more in OOP module).</a:t>
            </a:r>
          </a:p>
          <a:p>
            <a:pPr algn="just"/>
            <a:r>
              <a:rPr lang="en-US" sz="3200" dirty="0"/>
              <a:t>The reference type created by JAVA and most commonly used is String – it is a combination of character and array type.</a:t>
            </a:r>
          </a:p>
          <a:p>
            <a:pPr algn="just"/>
            <a:r>
              <a:rPr lang="en-US" sz="3200" dirty="0"/>
              <a:t>Illustrative image: String </a:t>
            </a:r>
            <a:r>
              <a:rPr lang="en-US" sz="3200" dirty="0" err="1"/>
              <a:t>sayHello</a:t>
            </a:r>
            <a:r>
              <a:rPr lang="en-US" sz="3200" dirty="0"/>
              <a:t> = "HELLO"; =&gt;</a:t>
            </a:r>
          </a:p>
          <a:p>
            <a:pPr algn="just"/>
            <a:r>
              <a:rPr lang="en-US" sz="3200" dirty="0"/>
              <a:t>For example:</a:t>
            </a:r>
          </a:p>
          <a:p>
            <a:pPr lvl="1" algn="just"/>
            <a:r>
              <a:rPr lang="en-US" dirty="0"/>
              <a:t>String </a:t>
            </a:r>
            <a:r>
              <a:rPr lang="en-US" dirty="0" err="1"/>
              <a:t>myName</a:t>
            </a:r>
            <a:r>
              <a:rPr lang="en-US" dirty="0"/>
              <a:t> = "My name’s </a:t>
            </a:r>
            <a:r>
              <a:rPr lang="en-US" dirty="0" err="1"/>
              <a:t>Phong</a:t>
            </a:r>
            <a:r>
              <a:rPr lang="en-US" dirty="0"/>
              <a:t>";</a:t>
            </a:r>
          </a:p>
          <a:p>
            <a:pPr lvl="1" algn="just"/>
            <a:r>
              <a:rPr lang="en-US" dirty="0"/>
              <a:t>String </a:t>
            </a:r>
            <a:r>
              <a:rPr lang="en-US" dirty="0" err="1"/>
              <a:t>myAddress</a:t>
            </a:r>
            <a:r>
              <a:rPr lang="en-US" dirty="0"/>
              <a:t> = "184 Le Dai </a:t>
            </a:r>
            <a:r>
              <a:rPr lang="en-US" dirty="0" err="1"/>
              <a:t>Hanh</a:t>
            </a:r>
            <a:r>
              <a:rPr lang="en-US" dirty="0"/>
              <a:t>";</a:t>
            </a:r>
          </a:p>
          <a:p>
            <a:pPr lvl="1" algn="just"/>
            <a:r>
              <a:rPr lang="en-US" dirty="0"/>
              <a:t>String </a:t>
            </a:r>
            <a:r>
              <a:rPr lang="en-US" dirty="0" err="1"/>
              <a:t>str</a:t>
            </a:r>
            <a:r>
              <a:rPr lang="en-US" dirty="0"/>
              <a:t> = "";</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28</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504621876"/>
              </p:ext>
            </p:extLst>
          </p:nvPr>
        </p:nvGraphicFramePr>
        <p:xfrm>
          <a:off x="9252607" y="3709566"/>
          <a:ext cx="2319285" cy="370840"/>
        </p:xfrm>
        <a:graphic>
          <a:graphicData uri="http://schemas.openxmlformats.org/drawingml/2006/table">
            <a:tbl>
              <a:tblPr firstRow="1" bandRow="1">
                <a:tableStyleId>{5940675A-B579-460E-94D1-54222C63F5DA}</a:tableStyleId>
              </a:tblPr>
              <a:tblGrid>
                <a:gridCol w="463857">
                  <a:extLst>
                    <a:ext uri="{9D8B030D-6E8A-4147-A177-3AD203B41FA5}">
                      <a16:colId xmlns:a16="http://schemas.microsoft.com/office/drawing/2014/main" val="20000"/>
                    </a:ext>
                  </a:extLst>
                </a:gridCol>
                <a:gridCol w="463857">
                  <a:extLst>
                    <a:ext uri="{9D8B030D-6E8A-4147-A177-3AD203B41FA5}">
                      <a16:colId xmlns:a16="http://schemas.microsoft.com/office/drawing/2014/main" val="20001"/>
                    </a:ext>
                  </a:extLst>
                </a:gridCol>
                <a:gridCol w="463857">
                  <a:extLst>
                    <a:ext uri="{9D8B030D-6E8A-4147-A177-3AD203B41FA5}">
                      <a16:colId xmlns:a16="http://schemas.microsoft.com/office/drawing/2014/main" val="20002"/>
                    </a:ext>
                  </a:extLst>
                </a:gridCol>
                <a:gridCol w="463857">
                  <a:extLst>
                    <a:ext uri="{9D8B030D-6E8A-4147-A177-3AD203B41FA5}">
                      <a16:colId xmlns:a16="http://schemas.microsoft.com/office/drawing/2014/main" val="20003"/>
                    </a:ext>
                  </a:extLst>
                </a:gridCol>
                <a:gridCol w="463857">
                  <a:extLst>
                    <a:ext uri="{9D8B030D-6E8A-4147-A177-3AD203B41FA5}">
                      <a16:colId xmlns:a16="http://schemas.microsoft.com/office/drawing/2014/main" val="20004"/>
                    </a:ext>
                  </a:extLst>
                </a:gridCol>
              </a:tblGrid>
              <a:tr h="370840">
                <a:tc>
                  <a:txBody>
                    <a:bodyPr/>
                    <a:lstStyle/>
                    <a:p>
                      <a:r>
                        <a:rPr lang="en-US" dirty="0"/>
                        <a:t>H</a:t>
                      </a:r>
                    </a:p>
                  </a:txBody>
                  <a:tcPr/>
                </a:tc>
                <a:tc>
                  <a:txBody>
                    <a:bodyPr/>
                    <a:lstStyle/>
                    <a:p>
                      <a:r>
                        <a:rPr lang="en-US" dirty="0"/>
                        <a:t>E</a:t>
                      </a:r>
                    </a:p>
                  </a:txBody>
                  <a:tcPr/>
                </a:tc>
                <a:tc>
                  <a:txBody>
                    <a:bodyPr/>
                    <a:lstStyle/>
                    <a:p>
                      <a:r>
                        <a:rPr lang="en-US" dirty="0"/>
                        <a:t>L</a:t>
                      </a:r>
                    </a:p>
                  </a:txBody>
                  <a:tcPr/>
                </a:tc>
                <a:tc>
                  <a:txBody>
                    <a:bodyPr/>
                    <a:lstStyle/>
                    <a:p>
                      <a:r>
                        <a:rPr lang="en-US" dirty="0"/>
                        <a:t>L</a:t>
                      </a:r>
                    </a:p>
                  </a:txBody>
                  <a:tcPr/>
                </a:tc>
                <a:tc>
                  <a:txBody>
                    <a:bodyPr/>
                    <a:lstStyle/>
                    <a:p>
                      <a:r>
                        <a:rPr lang="en-US" dirty="0"/>
                        <a:t>O</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1624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Console Input/output </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a:r>
              <a:rPr lang="en-US" sz="3200" dirty="0"/>
              <a:t>Console as a dedicated console, in programming languages, Console is known as a simple application control through text lines (command line), it is distinguished from UI control. </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29</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6933" y="2604185"/>
            <a:ext cx="8900832" cy="3828315"/>
          </a:xfrm>
          <a:prstGeom prst="rect">
            <a:avLst/>
          </a:prstGeom>
        </p:spPr>
      </p:pic>
    </p:spTree>
    <p:extLst>
      <p:ext uri="{BB962C8B-B14F-4D97-AF65-F5344CB8AC3E}">
        <p14:creationId xmlns:p14="http://schemas.microsoft.com/office/powerpoint/2010/main" val="269760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Console Input</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fontScale="92500" lnSpcReduction="20000"/>
          </a:bodyPr>
          <a:lstStyle/>
          <a:p>
            <a:pPr algn="just"/>
            <a:r>
              <a:rPr lang="en-US" sz="3200" dirty="0"/>
              <a:t>There are several ways to Input on Console in JAVA, here we only learn how to use Scanner class in the library is package </a:t>
            </a:r>
            <a:r>
              <a:rPr lang="en-US" sz="3200" dirty="0" err="1"/>
              <a:t>java.util.Scanner</a:t>
            </a:r>
            <a:endParaRPr lang="en-US" sz="3200" dirty="0"/>
          </a:p>
          <a:p>
            <a:pPr algn="just"/>
            <a:r>
              <a:rPr lang="en-US" sz="3200" dirty="0"/>
              <a:t>To import, we need to create 1 Scanner object as the following example:</a:t>
            </a:r>
          </a:p>
          <a:p>
            <a:pPr marL="0" indent="0" algn="just">
              <a:buNone/>
            </a:pPr>
            <a:r>
              <a:rPr lang="en-US" sz="3200" dirty="0"/>
              <a:t>	</a:t>
            </a:r>
            <a:r>
              <a:rPr lang="en-US" sz="3200" b="1" dirty="0"/>
              <a:t>Scanner </a:t>
            </a:r>
            <a:r>
              <a:rPr lang="en-US" sz="3200" b="1" dirty="0" err="1"/>
              <a:t>scanIn</a:t>
            </a:r>
            <a:r>
              <a:rPr lang="en-US" sz="3200" b="1" dirty="0"/>
              <a:t> = new Scanner (</a:t>
            </a:r>
            <a:r>
              <a:rPr lang="en-US" sz="3200" b="1" dirty="0" err="1"/>
              <a:t>System.in</a:t>
            </a:r>
            <a:r>
              <a:rPr lang="en-US" sz="3200" b="1" dirty="0"/>
              <a:t>);</a:t>
            </a:r>
          </a:p>
          <a:p>
            <a:pPr algn="just"/>
            <a:r>
              <a:rPr lang="en-US" sz="3200" dirty="0"/>
              <a:t>Some commonly used methods for input on Console:</a:t>
            </a:r>
          </a:p>
          <a:p>
            <a:pPr lvl="1" algn="just"/>
            <a:r>
              <a:rPr lang="en-US" b="1" dirty="0"/>
              <a:t>next (), </a:t>
            </a:r>
            <a:r>
              <a:rPr lang="en-US" b="1" dirty="0" err="1"/>
              <a:t>nextLine</a:t>
            </a:r>
            <a:r>
              <a:rPr lang="en-US" b="1" dirty="0"/>
              <a:t> () </a:t>
            </a:r>
            <a:r>
              <a:rPr lang="en-US" dirty="0"/>
              <a:t>			enter the string</a:t>
            </a:r>
          </a:p>
          <a:p>
            <a:pPr lvl="1" algn="just"/>
            <a:r>
              <a:rPr lang="en-US" b="1" dirty="0" err="1"/>
              <a:t>nextByte</a:t>
            </a:r>
            <a:r>
              <a:rPr lang="en-US" b="1" dirty="0"/>
              <a:t> (), </a:t>
            </a:r>
            <a:r>
              <a:rPr lang="en-US" b="1" dirty="0" err="1"/>
              <a:t>nextInt</a:t>
            </a:r>
            <a:r>
              <a:rPr lang="en-US" b="1" dirty="0"/>
              <a:t> (), </a:t>
            </a:r>
            <a:r>
              <a:rPr lang="en-US" b="1" dirty="0" err="1"/>
              <a:t>nextLong</a:t>
            </a:r>
            <a:r>
              <a:rPr lang="en-US" b="1" dirty="0"/>
              <a:t> () </a:t>
            </a:r>
            <a:r>
              <a:rPr lang="en-US" dirty="0"/>
              <a:t>	enter integers of type byte, </a:t>
            </a:r>
            <a:r>
              <a:rPr lang="en-US" dirty="0" err="1"/>
              <a:t>int</a:t>
            </a:r>
            <a:r>
              <a:rPr lang="en-US" dirty="0"/>
              <a:t>, long</a:t>
            </a:r>
          </a:p>
          <a:p>
            <a:pPr lvl="1" algn="just"/>
            <a:r>
              <a:rPr lang="en-US" b="1" dirty="0" err="1"/>
              <a:t>nextFloat</a:t>
            </a:r>
            <a:r>
              <a:rPr lang="en-US" b="1" dirty="0"/>
              <a:t> (), </a:t>
            </a:r>
            <a:r>
              <a:rPr lang="en-US" b="1" dirty="0" err="1"/>
              <a:t>nextDouble</a:t>
            </a:r>
            <a:r>
              <a:rPr lang="en-US" b="1" dirty="0"/>
              <a:t> () </a:t>
            </a:r>
            <a:r>
              <a:rPr lang="en-US" dirty="0"/>
              <a:t>		enter a real number of type float, double</a:t>
            </a:r>
          </a:p>
          <a:p>
            <a:pPr lvl="1" algn="just"/>
            <a:r>
              <a:rPr lang="en-US" b="1" dirty="0" err="1"/>
              <a:t>nextBoolean</a:t>
            </a:r>
            <a:r>
              <a:rPr lang="en-US" b="1" dirty="0"/>
              <a:t> () </a:t>
            </a:r>
            <a:r>
              <a:rPr lang="en-US" dirty="0"/>
              <a:t>				enter true / false type (Boolean)</a:t>
            </a:r>
          </a:p>
          <a:p>
            <a:pPr lvl="1" algn="just"/>
            <a:r>
              <a:rPr lang="en-US" dirty="0"/>
              <a:t>…</a:t>
            </a:r>
          </a:p>
          <a:p>
            <a:pPr algn="just"/>
            <a:r>
              <a:rPr lang="en-US" sz="3200" dirty="0"/>
              <a:t>We will learn in detail through the last example.</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30</a:t>
            </a:fld>
            <a:endParaRPr lang="en-US" dirty="0"/>
          </a:p>
        </p:txBody>
      </p:sp>
    </p:spTree>
    <p:extLst>
      <p:ext uri="{BB962C8B-B14F-4D97-AF65-F5344CB8AC3E}">
        <p14:creationId xmlns:p14="http://schemas.microsoft.com/office/powerpoint/2010/main" val="966015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Console output </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a:xfrm>
            <a:off x="838201" y="1074057"/>
            <a:ext cx="6350876" cy="5128439"/>
          </a:xfrm>
        </p:spPr>
        <p:txBody>
          <a:bodyPr>
            <a:normAutofit fontScale="77500" lnSpcReduction="20000"/>
          </a:bodyPr>
          <a:lstStyle/>
          <a:p>
            <a:pPr algn="just"/>
            <a:r>
              <a:rPr lang="en-US" dirty="0"/>
              <a:t>Output with line breaks:</a:t>
            </a:r>
          </a:p>
          <a:p>
            <a:pPr marL="0" indent="0" algn="just">
              <a:buNone/>
            </a:pPr>
            <a:r>
              <a:rPr lang="en-US" b="1" dirty="0" err="1"/>
              <a:t>System.out.println</a:t>
            </a:r>
            <a:r>
              <a:rPr lang="en-US" b="1" dirty="0"/>
              <a:t> (Format string);</a:t>
            </a:r>
          </a:p>
          <a:p>
            <a:pPr algn="just"/>
            <a:r>
              <a:rPr lang="en-US" dirty="0"/>
              <a:t>Output without line breaks:</a:t>
            </a:r>
          </a:p>
          <a:p>
            <a:pPr marL="0" indent="0" algn="just">
              <a:buNone/>
            </a:pPr>
            <a:r>
              <a:rPr lang="en-US" b="1" dirty="0" err="1"/>
              <a:t>System.out.print</a:t>
            </a:r>
            <a:r>
              <a:rPr lang="en-US" b="1" dirty="0"/>
              <a:t> (Format string)</a:t>
            </a:r>
          </a:p>
          <a:p>
            <a:pPr algn="just"/>
            <a:r>
              <a:rPr lang="en-US" dirty="0"/>
              <a:t>Format string: is what needs to be output to the screen. </a:t>
            </a:r>
          </a:p>
          <a:p>
            <a:pPr algn="just"/>
            <a:r>
              <a:rPr lang="en-US" dirty="0"/>
              <a:t>You can insert several special characters into </a:t>
            </a:r>
            <a:r>
              <a:rPr lang="en-US" b="1" dirty="0"/>
              <a:t>Format string</a:t>
            </a:r>
            <a:r>
              <a:rPr lang="en-US" dirty="0"/>
              <a:t>. The side table shows these special characters; note that each is preceded by a backslash (\).</a:t>
            </a:r>
          </a:p>
          <a:p>
            <a:pPr algn="just"/>
            <a:r>
              <a:rPr lang="en-US" dirty="0"/>
              <a:t>The java string format() method returns the formatted string by given locale, format and arguments. If you don't specify the locale in </a:t>
            </a:r>
            <a:r>
              <a:rPr lang="en-US" dirty="0" err="1"/>
              <a:t>String.format</a:t>
            </a:r>
            <a:r>
              <a:rPr lang="en-US" dirty="0"/>
              <a:t>() method, it uses default locale by calling </a:t>
            </a:r>
            <a:r>
              <a:rPr lang="en-US" dirty="0" err="1"/>
              <a:t>Locale.getDefault</a:t>
            </a:r>
            <a:r>
              <a:rPr lang="en-US" dirty="0"/>
              <a:t>() method. The format() method of java language is like </a:t>
            </a:r>
            <a:r>
              <a:rPr lang="en-US" dirty="0" err="1"/>
              <a:t>sprintf</a:t>
            </a:r>
            <a:r>
              <a:rPr lang="en-US" dirty="0"/>
              <a:t>() function in c language and </a:t>
            </a:r>
            <a:r>
              <a:rPr lang="en-US" dirty="0" err="1"/>
              <a:t>printf</a:t>
            </a:r>
            <a:r>
              <a:rPr lang="en-US" dirty="0"/>
              <a:t>() method of java language.</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31</a:t>
            </a:fld>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9076" y="958407"/>
            <a:ext cx="4957263" cy="5763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1928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Java String format()</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pPr algn="just"/>
            <a:r>
              <a:rPr lang="en-US" sz="2400" dirty="0"/>
              <a:t>Syntax: </a:t>
            </a:r>
            <a:r>
              <a:rPr lang="en-US" sz="2400" dirty="0" err="1"/>
              <a:t>String.format</a:t>
            </a:r>
            <a:r>
              <a:rPr lang="en-US" sz="2400" dirty="0"/>
              <a:t>(String format, Object... </a:t>
            </a:r>
            <a:r>
              <a:rPr lang="en-US" sz="2400" dirty="0" err="1"/>
              <a:t>args</a:t>
            </a:r>
            <a:r>
              <a:rPr lang="en-US" sz="2400" dirty="0"/>
              <a:t>): return a formatted string. Below, that is a table of format </a:t>
            </a:r>
            <a:r>
              <a:rPr lang="en-US" sz="2400" dirty="0" err="1"/>
              <a:t>specifiers</a:t>
            </a:r>
            <a:r>
              <a:rPr lang="en-US" sz="2400" dirty="0"/>
              <a:t> supported by the Java String.</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32</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3213667653"/>
              </p:ext>
            </p:extLst>
          </p:nvPr>
        </p:nvGraphicFramePr>
        <p:xfrm>
          <a:off x="283780" y="1893504"/>
          <a:ext cx="11713779" cy="5053464"/>
        </p:xfrm>
        <a:graphic>
          <a:graphicData uri="http://schemas.openxmlformats.org/drawingml/2006/table">
            <a:tbl>
              <a:tblPr>
                <a:tableStyleId>{5C22544A-7EE6-4342-B048-85BDC9FD1C3A}</a:tableStyleId>
              </a:tblPr>
              <a:tblGrid>
                <a:gridCol w="914399">
                  <a:extLst>
                    <a:ext uri="{9D8B030D-6E8A-4147-A177-3AD203B41FA5}">
                      <a16:colId xmlns:a16="http://schemas.microsoft.com/office/drawing/2014/main" val="20000"/>
                    </a:ext>
                  </a:extLst>
                </a:gridCol>
                <a:gridCol w="439858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248162">
                <a:tc>
                  <a:txBody>
                    <a:bodyPr/>
                    <a:lstStyle/>
                    <a:p>
                      <a:pPr algn="l" fontAlgn="t"/>
                      <a:r>
                        <a:rPr lang="en-US" sz="1900" u="none" strike="noStrike" dirty="0">
                          <a:effectLst/>
                        </a:rPr>
                        <a:t>Symbol</a:t>
                      </a:r>
                      <a:endParaRPr lang="en-US" sz="1900" b="1" i="0" u="none" strike="noStrike" dirty="0">
                        <a:solidFill>
                          <a:srgbClr val="000000"/>
                        </a:solidFill>
                        <a:effectLst/>
                        <a:latin typeface="Times New Roman"/>
                      </a:endParaRPr>
                    </a:p>
                  </a:txBody>
                  <a:tcPr marL="85725" marR="9525" marT="9525" marB="0"/>
                </a:tc>
                <a:tc>
                  <a:txBody>
                    <a:bodyPr/>
                    <a:lstStyle/>
                    <a:p>
                      <a:pPr algn="l" fontAlgn="t"/>
                      <a:r>
                        <a:rPr lang="en-US" sz="1900" u="none" strike="noStrike">
                          <a:effectLst/>
                        </a:rPr>
                        <a:t>Data Type</a:t>
                      </a:r>
                      <a:endParaRPr lang="en-US" sz="1900" b="1" i="0" u="none" strike="noStrike">
                        <a:solidFill>
                          <a:srgbClr val="000000"/>
                        </a:solidFill>
                        <a:effectLst/>
                        <a:latin typeface="Times New Roman"/>
                      </a:endParaRPr>
                    </a:p>
                  </a:txBody>
                  <a:tcPr marL="85725" marR="9525" marT="9525" marB="0"/>
                </a:tc>
                <a:tc>
                  <a:txBody>
                    <a:bodyPr/>
                    <a:lstStyle/>
                    <a:p>
                      <a:pPr algn="l" fontAlgn="t"/>
                      <a:r>
                        <a:rPr lang="en-US" sz="1900" u="none" strike="noStrike">
                          <a:effectLst/>
                        </a:rPr>
                        <a:t>Output</a:t>
                      </a:r>
                      <a:endParaRPr lang="en-US" sz="1900" b="1" i="0" u="none" strike="noStrike">
                        <a:solidFill>
                          <a:srgbClr val="000000"/>
                        </a:solidFill>
                        <a:effectLst/>
                        <a:latin typeface="Times New Roman"/>
                      </a:endParaRPr>
                    </a:p>
                  </a:txBody>
                  <a:tcPr marL="85725" marR="9525" marT="9525" marB="0"/>
                </a:tc>
                <a:extLst>
                  <a:ext uri="{0D108BD9-81ED-4DB2-BD59-A6C34878D82A}">
                    <a16:rowId xmlns:a16="http://schemas.microsoft.com/office/drawing/2014/main" val="10000"/>
                  </a:ext>
                </a:extLst>
              </a:tr>
              <a:tr h="236882">
                <a:tc>
                  <a:txBody>
                    <a:bodyPr/>
                    <a:lstStyle/>
                    <a:p>
                      <a:pPr algn="l" fontAlgn="t"/>
                      <a:r>
                        <a:rPr lang="en-US" sz="1900" u="none" strike="noStrike">
                          <a:effectLst/>
                        </a:rPr>
                        <a:t>%a</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floating point (except BigDecimal)</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Returns Hex output of floating point number.</a:t>
                      </a:r>
                      <a:endParaRPr lang="en-US" sz="1900" b="0" i="0" u="none" strike="noStrike">
                        <a:solidFill>
                          <a:srgbClr val="000000"/>
                        </a:solidFill>
                        <a:effectLst/>
                        <a:latin typeface="Verdana"/>
                      </a:endParaRPr>
                    </a:p>
                  </a:txBody>
                  <a:tcPr marL="171450" marR="9525" marT="9525" marB="0"/>
                </a:tc>
                <a:extLst>
                  <a:ext uri="{0D108BD9-81ED-4DB2-BD59-A6C34878D82A}">
                    <a16:rowId xmlns:a16="http://schemas.microsoft.com/office/drawing/2014/main" val="10001"/>
                  </a:ext>
                </a:extLst>
              </a:tr>
              <a:tr h="236882">
                <a:tc>
                  <a:txBody>
                    <a:bodyPr/>
                    <a:lstStyle/>
                    <a:p>
                      <a:pPr algn="l" fontAlgn="t"/>
                      <a:r>
                        <a:rPr lang="en-US" sz="1900" u="none" strike="noStrike">
                          <a:effectLst/>
                        </a:rPr>
                        <a:t>%b</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Any type</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"true" if non-null, "false" if null</a:t>
                      </a:r>
                      <a:endParaRPr lang="en-US" sz="1900" b="0" i="0" u="none" strike="noStrike">
                        <a:solidFill>
                          <a:srgbClr val="000000"/>
                        </a:solidFill>
                        <a:effectLst/>
                        <a:latin typeface="Verdana"/>
                      </a:endParaRPr>
                    </a:p>
                  </a:txBody>
                  <a:tcPr marL="171450" marR="9525" marT="9525" marB="0"/>
                </a:tc>
                <a:extLst>
                  <a:ext uri="{0D108BD9-81ED-4DB2-BD59-A6C34878D82A}">
                    <a16:rowId xmlns:a16="http://schemas.microsoft.com/office/drawing/2014/main" val="10002"/>
                  </a:ext>
                </a:extLst>
              </a:tr>
              <a:tr h="236882">
                <a:tc>
                  <a:txBody>
                    <a:bodyPr/>
                    <a:lstStyle/>
                    <a:p>
                      <a:pPr algn="l" fontAlgn="t"/>
                      <a:r>
                        <a:rPr lang="en-US" sz="1900" u="none" strike="noStrike">
                          <a:effectLst/>
                        </a:rPr>
                        <a:t>%c</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character</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Unicode character</a:t>
                      </a:r>
                      <a:endParaRPr lang="en-US" sz="1900" b="0" i="0" u="none" strike="noStrike">
                        <a:solidFill>
                          <a:srgbClr val="000000"/>
                        </a:solidFill>
                        <a:effectLst/>
                        <a:latin typeface="Verdana"/>
                      </a:endParaRPr>
                    </a:p>
                  </a:txBody>
                  <a:tcPr marL="171450" marR="9525" marT="9525" marB="0"/>
                </a:tc>
                <a:extLst>
                  <a:ext uri="{0D108BD9-81ED-4DB2-BD59-A6C34878D82A}">
                    <a16:rowId xmlns:a16="http://schemas.microsoft.com/office/drawing/2014/main" val="10003"/>
                  </a:ext>
                </a:extLst>
              </a:tr>
              <a:tr h="394803">
                <a:tc>
                  <a:txBody>
                    <a:bodyPr/>
                    <a:lstStyle/>
                    <a:p>
                      <a:pPr algn="l" fontAlgn="t"/>
                      <a:r>
                        <a:rPr lang="en-US" sz="1900" u="none" strike="noStrike">
                          <a:effectLst/>
                        </a:rPr>
                        <a:t>%d</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integer (incl. byte, short, int, long, bigint)</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Decimal Integer</a:t>
                      </a:r>
                      <a:endParaRPr lang="en-US" sz="1900" b="0" i="0" u="none" strike="noStrike">
                        <a:solidFill>
                          <a:srgbClr val="000000"/>
                        </a:solidFill>
                        <a:effectLst/>
                        <a:latin typeface="Verdana"/>
                      </a:endParaRPr>
                    </a:p>
                  </a:txBody>
                  <a:tcPr marL="171450" marR="9525" marT="9525" marB="0"/>
                </a:tc>
                <a:extLst>
                  <a:ext uri="{0D108BD9-81ED-4DB2-BD59-A6C34878D82A}">
                    <a16:rowId xmlns:a16="http://schemas.microsoft.com/office/drawing/2014/main" val="10004"/>
                  </a:ext>
                </a:extLst>
              </a:tr>
              <a:tr h="236882">
                <a:tc>
                  <a:txBody>
                    <a:bodyPr/>
                    <a:lstStyle/>
                    <a:p>
                      <a:pPr algn="l" fontAlgn="t"/>
                      <a:r>
                        <a:rPr lang="en-US" sz="1900" u="none" strike="noStrike">
                          <a:effectLst/>
                        </a:rPr>
                        <a:t>%e</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floating point</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decimal number in scientific notation</a:t>
                      </a:r>
                      <a:endParaRPr lang="en-US" sz="1900" b="0" i="0" u="none" strike="noStrike">
                        <a:solidFill>
                          <a:srgbClr val="000000"/>
                        </a:solidFill>
                        <a:effectLst/>
                        <a:latin typeface="Verdana"/>
                      </a:endParaRPr>
                    </a:p>
                  </a:txBody>
                  <a:tcPr marL="171450" marR="9525" marT="9525" marB="0"/>
                </a:tc>
                <a:extLst>
                  <a:ext uri="{0D108BD9-81ED-4DB2-BD59-A6C34878D82A}">
                    <a16:rowId xmlns:a16="http://schemas.microsoft.com/office/drawing/2014/main" val="10005"/>
                  </a:ext>
                </a:extLst>
              </a:tr>
              <a:tr h="236882">
                <a:tc>
                  <a:txBody>
                    <a:bodyPr/>
                    <a:lstStyle/>
                    <a:p>
                      <a:pPr algn="l" fontAlgn="t"/>
                      <a:r>
                        <a:rPr lang="en-US" sz="1900" u="none" strike="noStrike">
                          <a:effectLst/>
                        </a:rPr>
                        <a:t>%f</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floating point</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decimal number</a:t>
                      </a:r>
                      <a:endParaRPr lang="en-US" sz="1900" b="0" i="0" u="none" strike="noStrike">
                        <a:solidFill>
                          <a:srgbClr val="000000"/>
                        </a:solidFill>
                        <a:effectLst/>
                        <a:latin typeface="Verdana"/>
                      </a:endParaRPr>
                    </a:p>
                  </a:txBody>
                  <a:tcPr marL="171450" marR="9525" marT="9525" marB="0"/>
                </a:tc>
                <a:extLst>
                  <a:ext uri="{0D108BD9-81ED-4DB2-BD59-A6C34878D82A}">
                    <a16:rowId xmlns:a16="http://schemas.microsoft.com/office/drawing/2014/main" val="10006"/>
                  </a:ext>
                </a:extLst>
              </a:tr>
              <a:tr h="394803">
                <a:tc>
                  <a:txBody>
                    <a:bodyPr/>
                    <a:lstStyle/>
                    <a:p>
                      <a:pPr algn="l" fontAlgn="t"/>
                      <a:r>
                        <a:rPr lang="en-US" sz="1900" u="none" strike="noStrike">
                          <a:effectLst/>
                        </a:rPr>
                        <a:t>%g</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floating point</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decimal number, possibly in scientific notation depending on the precision and value.</a:t>
                      </a:r>
                      <a:endParaRPr lang="en-US" sz="1900" b="0" i="0" u="none" strike="noStrike">
                        <a:solidFill>
                          <a:srgbClr val="000000"/>
                        </a:solidFill>
                        <a:effectLst/>
                        <a:latin typeface="Verdana"/>
                      </a:endParaRPr>
                    </a:p>
                  </a:txBody>
                  <a:tcPr marL="171450" marR="9525" marT="9525" marB="0"/>
                </a:tc>
                <a:extLst>
                  <a:ext uri="{0D108BD9-81ED-4DB2-BD59-A6C34878D82A}">
                    <a16:rowId xmlns:a16="http://schemas.microsoft.com/office/drawing/2014/main" val="10007"/>
                  </a:ext>
                </a:extLst>
              </a:tr>
              <a:tr h="236882">
                <a:tc>
                  <a:txBody>
                    <a:bodyPr/>
                    <a:lstStyle/>
                    <a:p>
                      <a:pPr algn="l" fontAlgn="t"/>
                      <a:r>
                        <a:rPr lang="en-US" sz="1900" u="none" strike="noStrike">
                          <a:effectLst/>
                        </a:rPr>
                        <a:t>%h</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any type</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Hex String of value from hashCode() method.</a:t>
                      </a:r>
                      <a:endParaRPr lang="en-US" sz="1900" b="0" i="0" u="none" strike="noStrike">
                        <a:solidFill>
                          <a:srgbClr val="000000"/>
                        </a:solidFill>
                        <a:effectLst/>
                        <a:latin typeface="Verdana"/>
                      </a:endParaRPr>
                    </a:p>
                  </a:txBody>
                  <a:tcPr marL="171450" marR="9525" marT="9525" marB="0"/>
                </a:tc>
                <a:extLst>
                  <a:ext uri="{0D108BD9-81ED-4DB2-BD59-A6C34878D82A}">
                    <a16:rowId xmlns:a16="http://schemas.microsoft.com/office/drawing/2014/main" val="10008"/>
                  </a:ext>
                </a:extLst>
              </a:tr>
              <a:tr h="236882">
                <a:tc>
                  <a:txBody>
                    <a:bodyPr/>
                    <a:lstStyle/>
                    <a:p>
                      <a:pPr algn="l" fontAlgn="t"/>
                      <a:r>
                        <a:rPr lang="en-US" sz="1900" u="none" strike="noStrike">
                          <a:effectLst/>
                        </a:rPr>
                        <a:t>%n</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none</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Platform-specific line separator.</a:t>
                      </a:r>
                      <a:endParaRPr lang="en-US" sz="1900" b="0" i="0" u="none" strike="noStrike">
                        <a:solidFill>
                          <a:srgbClr val="000000"/>
                        </a:solidFill>
                        <a:effectLst/>
                        <a:latin typeface="Verdana"/>
                      </a:endParaRPr>
                    </a:p>
                  </a:txBody>
                  <a:tcPr marL="171450" marR="9525" marT="9525" marB="0"/>
                </a:tc>
                <a:extLst>
                  <a:ext uri="{0D108BD9-81ED-4DB2-BD59-A6C34878D82A}">
                    <a16:rowId xmlns:a16="http://schemas.microsoft.com/office/drawing/2014/main" val="10009"/>
                  </a:ext>
                </a:extLst>
              </a:tr>
              <a:tr h="394803">
                <a:tc>
                  <a:txBody>
                    <a:bodyPr/>
                    <a:lstStyle/>
                    <a:p>
                      <a:pPr algn="l" fontAlgn="t"/>
                      <a:r>
                        <a:rPr lang="en-US" sz="1900" u="none" strike="noStrike">
                          <a:effectLst/>
                        </a:rPr>
                        <a:t>%o</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integer (incl. byte, short, int, long, bigint)</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Octal number</a:t>
                      </a:r>
                      <a:endParaRPr lang="en-US" sz="1900" b="0" i="0" u="none" strike="noStrike">
                        <a:solidFill>
                          <a:srgbClr val="000000"/>
                        </a:solidFill>
                        <a:effectLst/>
                        <a:latin typeface="Verdana"/>
                      </a:endParaRPr>
                    </a:p>
                  </a:txBody>
                  <a:tcPr marL="171450" marR="9525" marT="9525" marB="0"/>
                </a:tc>
                <a:extLst>
                  <a:ext uri="{0D108BD9-81ED-4DB2-BD59-A6C34878D82A}">
                    <a16:rowId xmlns:a16="http://schemas.microsoft.com/office/drawing/2014/main" val="10010"/>
                  </a:ext>
                </a:extLst>
              </a:tr>
              <a:tr h="236882">
                <a:tc>
                  <a:txBody>
                    <a:bodyPr/>
                    <a:lstStyle/>
                    <a:p>
                      <a:pPr algn="l" fontAlgn="t"/>
                      <a:r>
                        <a:rPr lang="en-US" sz="1900" u="none" strike="noStrike">
                          <a:effectLst/>
                        </a:rPr>
                        <a:t>%s</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any type</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String value</a:t>
                      </a:r>
                      <a:endParaRPr lang="en-US" sz="1900" b="0" i="0" u="none" strike="noStrike">
                        <a:solidFill>
                          <a:srgbClr val="000000"/>
                        </a:solidFill>
                        <a:effectLst/>
                        <a:latin typeface="Verdana"/>
                      </a:endParaRPr>
                    </a:p>
                  </a:txBody>
                  <a:tcPr marL="171450" marR="9525" marT="9525" marB="0"/>
                </a:tc>
                <a:extLst>
                  <a:ext uri="{0D108BD9-81ED-4DB2-BD59-A6C34878D82A}">
                    <a16:rowId xmlns:a16="http://schemas.microsoft.com/office/drawing/2014/main" val="10011"/>
                  </a:ext>
                </a:extLst>
              </a:tr>
              <a:tr h="586564">
                <a:tc>
                  <a:txBody>
                    <a:bodyPr/>
                    <a:lstStyle/>
                    <a:p>
                      <a:pPr algn="l" fontAlgn="t"/>
                      <a:r>
                        <a:rPr lang="en-US" sz="1900" u="none" strike="noStrike">
                          <a:effectLst/>
                        </a:rPr>
                        <a:t>%t</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Date/Time (incl. long, Calendar, Date and TemporalAccessor)</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%t is the prefix for Date/Time conversions. More formatting flags are needed after this. See Date/Time conversion below.</a:t>
                      </a:r>
                      <a:endParaRPr lang="en-US" sz="1900" b="0" i="0" u="none" strike="noStrike">
                        <a:solidFill>
                          <a:srgbClr val="000000"/>
                        </a:solidFill>
                        <a:effectLst/>
                        <a:latin typeface="Verdana"/>
                      </a:endParaRPr>
                    </a:p>
                  </a:txBody>
                  <a:tcPr marL="171450" marR="9525" marT="9525" marB="0"/>
                </a:tc>
                <a:extLst>
                  <a:ext uri="{0D108BD9-81ED-4DB2-BD59-A6C34878D82A}">
                    <a16:rowId xmlns:a16="http://schemas.microsoft.com/office/drawing/2014/main" val="10012"/>
                  </a:ext>
                </a:extLst>
              </a:tr>
              <a:tr h="394803">
                <a:tc>
                  <a:txBody>
                    <a:bodyPr/>
                    <a:lstStyle/>
                    <a:p>
                      <a:pPr algn="l" fontAlgn="t"/>
                      <a:r>
                        <a:rPr lang="en-US" sz="1900" u="none" strike="noStrike">
                          <a:effectLst/>
                        </a:rPr>
                        <a:t>%x</a:t>
                      </a:r>
                      <a:endParaRPr lang="en-US" sz="1900" b="0" i="0" u="none" strike="noStrike">
                        <a:solidFill>
                          <a:srgbClr val="000000"/>
                        </a:solidFill>
                        <a:effectLst/>
                        <a:latin typeface="Verdana"/>
                      </a:endParaRPr>
                    </a:p>
                  </a:txBody>
                  <a:tcPr marL="171450" marR="9525" marT="9525" marB="0"/>
                </a:tc>
                <a:tc>
                  <a:txBody>
                    <a:bodyPr/>
                    <a:lstStyle/>
                    <a:p>
                      <a:pPr algn="l" fontAlgn="t"/>
                      <a:r>
                        <a:rPr lang="en-US" sz="1900" u="none" strike="noStrike">
                          <a:effectLst/>
                        </a:rPr>
                        <a:t>integer (incl. byte, short, int, long, bigint)</a:t>
                      </a:r>
                      <a:endParaRPr lang="en-US" sz="1900" b="0" i="0" u="none" strike="noStrike">
                        <a:solidFill>
                          <a:srgbClr val="000000"/>
                        </a:solidFill>
                        <a:effectLst/>
                        <a:latin typeface="Verdana"/>
                      </a:endParaRPr>
                    </a:p>
                  </a:txBody>
                  <a:tcPr marL="171450" marR="9525" marT="9525" marB="0"/>
                </a:tc>
                <a:tc>
                  <a:txBody>
                    <a:bodyPr/>
                    <a:lstStyle/>
                    <a:p>
                      <a:pPr algn="l" fontAlgn="ctr"/>
                      <a:r>
                        <a:rPr lang="en-US" sz="1900" u="none" strike="noStrike" dirty="0">
                          <a:effectLst/>
                        </a:rPr>
                        <a:t>Hex string.</a:t>
                      </a:r>
                      <a:endParaRPr lang="en-US" sz="1900" b="0" i="0" u="none" strike="noStrike" dirty="0">
                        <a:solidFill>
                          <a:srgbClr val="000000"/>
                        </a:solidFill>
                        <a:effectLst/>
                        <a:latin typeface="Verdana"/>
                      </a:endParaRPr>
                    </a:p>
                  </a:txBody>
                  <a:tcPr marL="171450" marR="9525" marT="9525" marB="0" anchor="ct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839016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Console output </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33</a:t>
            </a:fld>
            <a:endParaRPr lang="en-US" dirty="0"/>
          </a:p>
        </p:txBody>
      </p:sp>
      <p:sp>
        <p:nvSpPr>
          <p:cNvPr id="8" name="Rectangle 2">
            <a:extLst>
              <a:ext uri="{FF2B5EF4-FFF2-40B4-BE49-F238E27FC236}">
                <a16:creationId xmlns:a16="http://schemas.microsoft.com/office/drawing/2014/main" id="{A76CE8EB-3CC9-4C97-97A2-141C4866413B}"/>
              </a:ext>
            </a:extLst>
          </p:cNvPr>
          <p:cNvSpPr>
            <a:spLocks noChangeArrowheads="1"/>
          </p:cNvSpPr>
          <p:nvPr/>
        </p:nvSpPr>
        <p:spPr bwMode="auto">
          <a:xfrm>
            <a:off x="722100" y="1080730"/>
            <a:ext cx="10330072" cy="489364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String name </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"N. T. Tien"</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33B3"/>
                </a:solidFill>
                <a:effectLst/>
                <a:latin typeface="Courier New" panose="02070309020205020404" pitchFamily="49" charset="0"/>
                <a:cs typeface="Courier New" panose="02070309020205020404" pitchFamily="49" charset="0"/>
              </a:rPr>
              <a:t>char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gender </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'M'</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33B3"/>
                </a:solidFill>
                <a:effectLst/>
                <a:latin typeface="Courier New" panose="02070309020205020404" pitchFamily="49" charset="0"/>
                <a:cs typeface="Courier New" panose="02070309020205020404" pitchFamily="49" charset="0"/>
              </a:rPr>
              <a:t>int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age </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1750EB"/>
                </a:solidFill>
                <a:effectLst/>
                <a:latin typeface="Courier New" panose="02070309020205020404" pitchFamily="49" charset="0"/>
                <a:cs typeface="Courier New" panose="02070309020205020404" pitchFamily="49" charset="0"/>
              </a:rPr>
              <a:t>25</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br>
            <a:b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System</a:t>
            </a:r>
            <a:r>
              <a:rPr kumimoji="0" lang="en-US" altLang="en-US" sz="24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1" u="none" strike="noStrike" cap="none" normalizeH="0" baseline="0" dirty="0" err="1">
                <a:ln>
                  <a:noFill/>
                </a:ln>
                <a:solidFill>
                  <a:srgbClr val="871094"/>
                </a:solidFill>
                <a:effectLst/>
                <a:latin typeface="Courier New" panose="02070309020205020404" pitchFamily="49" charset="0"/>
                <a:cs typeface="Courier New" panose="02070309020205020404" pitchFamily="49" charset="0"/>
              </a:rPr>
              <a:t>out</a:t>
            </a:r>
            <a:r>
              <a:rPr kumimoji="0" lang="en-US" altLang="en-US" sz="24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.println</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"Name: "</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name</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System</a:t>
            </a:r>
            <a:r>
              <a:rPr kumimoji="0" lang="en-US" altLang="en-US" sz="24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1" u="none" strike="noStrike" cap="none" normalizeH="0" baseline="0" dirty="0" err="1">
                <a:ln>
                  <a:noFill/>
                </a:ln>
                <a:solidFill>
                  <a:srgbClr val="871094"/>
                </a:solidFill>
                <a:effectLst/>
                <a:latin typeface="Courier New" panose="02070309020205020404" pitchFamily="49" charset="0"/>
                <a:cs typeface="Courier New" panose="02070309020205020404" pitchFamily="49" charset="0"/>
              </a:rPr>
              <a:t>out</a:t>
            </a:r>
            <a:r>
              <a:rPr kumimoji="0" lang="en-US" altLang="en-US" sz="24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.println</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"Gender: "</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gender</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System</a:t>
            </a:r>
            <a:r>
              <a:rPr kumimoji="0" lang="en-US" altLang="en-US" sz="24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1" u="none" strike="noStrike" cap="none" normalizeH="0" baseline="0" dirty="0" err="1">
                <a:ln>
                  <a:noFill/>
                </a:ln>
                <a:solidFill>
                  <a:srgbClr val="871094"/>
                </a:solidFill>
                <a:effectLst/>
                <a:latin typeface="Courier New" panose="02070309020205020404" pitchFamily="49" charset="0"/>
                <a:cs typeface="Courier New" panose="02070309020205020404" pitchFamily="49" charset="0"/>
              </a:rPr>
              <a:t>out</a:t>
            </a:r>
            <a:r>
              <a:rPr kumimoji="0" lang="en-US" altLang="en-US" sz="24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.println</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"Age: "</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age</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br>
            <a:b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System</a:t>
            </a:r>
            <a:r>
              <a:rPr kumimoji="0" lang="en-US" altLang="en-US" sz="24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1" u="none" strike="noStrike" cap="none" normalizeH="0" baseline="0" dirty="0" err="1">
                <a:ln>
                  <a:noFill/>
                </a:ln>
                <a:solidFill>
                  <a:srgbClr val="871094"/>
                </a:solidFill>
                <a:effectLst/>
                <a:latin typeface="Courier New" panose="02070309020205020404" pitchFamily="49" charset="0"/>
                <a:cs typeface="Courier New" panose="02070309020205020404" pitchFamily="49" charset="0"/>
              </a:rPr>
              <a:t>out</a:t>
            </a:r>
            <a:r>
              <a:rPr kumimoji="0" lang="en-US" altLang="en-US" sz="24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.println</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"Name: "</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name </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080808"/>
                </a:solidFill>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37A6"/>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err="1">
                <a:ln>
                  <a:noFill/>
                </a:ln>
                <a:solidFill>
                  <a:srgbClr val="0037A6"/>
                </a:solidFill>
                <a:effectLst/>
                <a:latin typeface="Courier New" panose="02070309020205020404" pitchFamily="49" charset="0"/>
                <a:cs typeface="Courier New" panose="02070309020205020404" pitchFamily="49" charset="0"/>
              </a:rPr>
              <a:t>t</a:t>
            </a:r>
            <a:r>
              <a:rPr kumimoji="0" lang="en-US" altLang="en-US" sz="2400" b="0" i="0" u="none" strike="noStrike" cap="none" normalizeH="0" baseline="0" dirty="0" err="1">
                <a:ln>
                  <a:noFill/>
                </a:ln>
                <a:solidFill>
                  <a:srgbClr val="067D17"/>
                </a:solidFill>
                <a:effectLst/>
                <a:latin typeface="Courier New" panose="02070309020205020404" pitchFamily="49" charset="0"/>
                <a:cs typeface="Courier New" panose="02070309020205020404" pitchFamily="49" charset="0"/>
              </a:rPr>
              <a:t>Gender</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gender</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37A6"/>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err="1">
                <a:ln>
                  <a:noFill/>
                </a:ln>
                <a:solidFill>
                  <a:srgbClr val="0037A6"/>
                </a:solidFill>
                <a:effectLst/>
                <a:latin typeface="Courier New" panose="02070309020205020404" pitchFamily="49" charset="0"/>
                <a:cs typeface="Courier New" panose="02070309020205020404" pitchFamily="49" charset="0"/>
              </a:rPr>
              <a:t>t</a:t>
            </a:r>
            <a:r>
              <a:rPr kumimoji="0" lang="en-US" altLang="en-US" sz="2400" b="0" i="0" u="none" strike="noStrike" cap="none" normalizeH="0" baseline="0" dirty="0" err="1">
                <a:ln>
                  <a:noFill/>
                </a:ln>
                <a:solidFill>
                  <a:srgbClr val="067D17"/>
                </a:solidFill>
                <a:effectLst/>
                <a:latin typeface="Courier New" panose="02070309020205020404" pitchFamily="49" charset="0"/>
                <a:cs typeface="Courier New" panose="02070309020205020404" pitchFamily="49" charset="0"/>
              </a:rPr>
              <a:t>Age</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age</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br>
            <a:r>
              <a:rPr kumimoji="0" lang="en-US" altLang="en-US" sz="2400" b="0" i="1" u="none" strike="noStrike" cap="none" normalizeH="0" baseline="0" dirty="0">
                <a:ln>
                  <a:noFill/>
                </a:ln>
                <a:solidFill>
                  <a:srgbClr val="8C8C8C"/>
                </a:solidFill>
                <a:effectLst/>
                <a:latin typeface="Courier New" panose="02070309020205020404" pitchFamily="49" charset="0"/>
                <a:cs typeface="Courier New" panose="02070309020205020404" pitchFamily="49" charset="0"/>
              </a:rPr>
              <a:t>//or use </a:t>
            </a:r>
            <a:r>
              <a:rPr kumimoji="0" lang="en-US" altLang="en-US" sz="2400" b="0" i="1" u="none" strike="noStrike" cap="none" normalizeH="0" baseline="0" dirty="0" err="1">
                <a:ln>
                  <a:noFill/>
                </a:ln>
                <a:solidFill>
                  <a:srgbClr val="8C8C8C"/>
                </a:solidFill>
                <a:effectLst/>
                <a:latin typeface="Courier New" panose="02070309020205020404" pitchFamily="49" charset="0"/>
                <a:cs typeface="Courier New" panose="02070309020205020404" pitchFamily="49" charset="0"/>
              </a:rPr>
              <a:t>String.format</a:t>
            </a:r>
            <a:r>
              <a:rPr kumimoji="0" lang="en-US" altLang="en-US" sz="2400" b="0" i="1" u="none" strike="noStrike" cap="none" normalizeH="0" baseline="0" dirty="0">
                <a:ln>
                  <a:noFill/>
                </a:ln>
                <a:solidFill>
                  <a:srgbClr val="8C8C8C"/>
                </a:solidFill>
                <a:effectLst/>
                <a:latin typeface="Courier New" panose="02070309020205020404" pitchFamily="49" charset="0"/>
                <a:cs typeface="Courier New" panose="02070309020205020404" pitchFamily="49" charset="0"/>
              </a:rPr>
              <a:t>()</a:t>
            </a:r>
            <a:br>
              <a:rPr kumimoji="0" lang="en-US" altLang="en-US" sz="2400" b="0" i="1" u="none" strike="noStrike" cap="none" normalizeH="0" baseline="0" dirty="0">
                <a:ln>
                  <a:noFill/>
                </a:ln>
                <a:solidFill>
                  <a:srgbClr val="8C8C8C"/>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System</a:t>
            </a:r>
            <a:r>
              <a:rPr kumimoji="0" lang="en-US" altLang="en-US" sz="24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1" u="none" strike="noStrike" cap="none" normalizeH="0" baseline="0" dirty="0" err="1">
                <a:ln>
                  <a:noFill/>
                </a:ln>
                <a:solidFill>
                  <a:srgbClr val="871094"/>
                </a:solidFill>
                <a:effectLst/>
                <a:latin typeface="Courier New" panose="02070309020205020404" pitchFamily="49" charset="0"/>
                <a:cs typeface="Courier New" panose="02070309020205020404" pitchFamily="49" charset="0"/>
              </a:rPr>
              <a:t>out</a:t>
            </a:r>
            <a:r>
              <a:rPr kumimoji="0" lang="en-US" altLang="en-US" sz="24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.println</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String</a:t>
            </a:r>
            <a:r>
              <a:rPr kumimoji="0" lang="en-US" altLang="en-US" sz="2400" b="0" i="0"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1" u="none" strike="noStrike" cap="none" normalizeH="0" baseline="0" dirty="0" err="1">
                <a:ln>
                  <a:noFill/>
                </a:ln>
                <a:solidFill>
                  <a:srgbClr val="080808"/>
                </a:solidFill>
                <a:effectLst/>
                <a:latin typeface="Courier New" panose="02070309020205020404" pitchFamily="49" charset="0"/>
                <a:cs typeface="Courier New" panose="02070309020205020404" pitchFamily="49" charset="0"/>
              </a:rPr>
              <a:t>format</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"Name: %s </a:t>
            </a:r>
            <a:r>
              <a:rPr kumimoji="0" lang="en-US" altLang="en-US" sz="2400" b="0" i="0" u="none" strike="noStrike" cap="none" normalizeH="0" baseline="0" dirty="0">
                <a:ln>
                  <a:noFill/>
                </a:ln>
                <a:solidFill>
                  <a:srgbClr val="0037A6"/>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err="1">
                <a:ln>
                  <a:noFill/>
                </a:ln>
                <a:solidFill>
                  <a:srgbClr val="0037A6"/>
                </a:solidFill>
                <a:effectLst/>
                <a:latin typeface="Courier New" panose="02070309020205020404" pitchFamily="49" charset="0"/>
                <a:cs typeface="Courier New" panose="02070309020205020404" pitchFamily="49" charset="0"/>
              </a:rPr>
              <a:t>t</a:t>
            </a:r>
            <a:r>
              <a:rPr kumimoji="0" lang="en-US" altLang="en-US" sz="2400" b="0" i="0" u="none" strike="noStrike" cap="none" normalizeH="0" baseline="0" dirty="0" err="1">
                <a:ln>
                  <a:noFill/>
                </a:ln>
                <a:solidFill>
                  <a:srgbClr val="067D17"/>
                </a:solidFill>
                <a:effectLst/>
                <a:latin typeface="Courier New" panose="02070309020205020404" pitchFamily="49" charset="0"/>
                <a:cs typeface="Courier New" panose="02070309020205020404" pitchFamily="49" charset="0"/>
              </a:rPr>
              <a:t>Gender</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067D17"/>
                </a:solidFill>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%c</a:t>
            </a:r>
            <a:r>
              <a:rPr kumimoji="0" lang="en-US" altLang="en-US" sz="2400" b="0" i="0" u="none" strike="noStrike" cap="none" normalizeH="0" baseline="0" dirty="0">
                <a:ln>
                  <a:noFill/>
                </a:ln>
                <a:solidFill>
                  <a:srgbClr val="0037A6"/>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err="1">
                <a:ln>
                  <a:noFill/>
                </a:ln>
                <a:solidFill>
                  <a:srgbClr val="0037A6"/>
                </a:solidFill>
                <a:effectLst/>
                <a:latin typeface="Courier New" panose="02070309020205020404" pitchFamily="49" charset="0"/>
                <a:cs typeface="Courier New" panose="02070309020205020404" pitchFamily="49" charset="0"/>
              </a:rPr>
              <a:t>t</a:t>
            </a:r>
            <a:r>
              <a:rPr kumimoji="0" lang="en-US" altLang="en-US" sz="2400" b="0" i="0" u="none" strike="noStrike" cap="none" normalizeH="0" baseline="0" dirty="0" err="1">
                <a:ln>
                  <a:noFill/>
                </a:ln>
                <a:solidFill>
                  <a:srgbClr val="067D17"/>
                </a:solidFill>
                <a:effectLst/>
                <a:latin typeface="Courier New" panose="02070309020205020404" pitchFamily="49" charset="0"/>
                <a:cs typeface="Courier New" panose="02070309020205020404" pitchFamily="49" charset="0"/>
              </a:rPr>
              <a:t>Age</a:t>
            </a:r>
            <a:r>
              <a:rPr kumimoji="0" lang="en-US" altLang="en-US" sz="2400" b="0" i="0" u="none" strike="noStrike" cap="none" normalizeH="0" baseline="0" dirty="0">
                <a:ln>
                  <a:noFill/>
                </a:ln>
                <a:solidFill>
                  <a:srgbClr val="067D17"/>
                </a:solidFill>
                <a:effectLst/>
                <a:latin typeface="Courier New" panose="02070309020205020404" pitchFamily="49" charset="0"/>
                <a:cs typeface="Courier New" panose="02070309020205020404" pitchFamily="49" charset="0"/>
              </a:rPr>
              <a:t>: %d "</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name</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gender</a:t>
            </a:r>
            <a:r>
              <a:rPr kumimoji="0" lang="en-US" altLang="en-US" sz="2400" b="0" i="0" u="none" strike="noStrike" cap="none" normalizeH="0" baseline="0">
                <a:ln>
                  <a:noFill/>
                </a:ln>
                <a:solidFill>
                  <a:srgbClr val="080808"/>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age</a:t>
            </a:r>
            <a:r>
              <a:rPr kumimoji="0" lang="en-US" altLang="en-US" sz="2400" b="0" i="0" u="none" strike="noStrike" cap="none" normalizeH="0" baseline="0" dirty="0">
                <a:ln>
                  <a:noFill/>
                </a:ln>
                <a:solidFill>
                  <a:srgbClr val="080808"/>
                </a:solidFill>
                <a:effectLst/>
                <a:latin typeface="Courier New" panose="02070309020205020404" pitchFamily="49" charset="0"/>
                <a:cs typeface="Courier New" panose="020703090202050204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5431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Console Input/output example </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a:xfrm>
            <a:off x="838200" y="790269"/>
            <a:ext cx="11064766" cy="5128439"/>
          </a:xfrm>
        </p:spPr>
        <p:txBody>
          <a:bodyPr>
            <a:noAutofit/>
          </a:bodyPr>
          <a:lstStyle/>
          <a:p>
            <a:pPr marL="0" lvl="0" indent="0" fontAlgn="base">
              <a:lnSpc>
                <a:spcPct val="100000"/>
              </a:lnSpc>
              <a:spcBef>
                <a:spcPts val="0"/>
              </a:spcBef>
              <a:spcAft>
                <a:spcPts val="600"/>
              </a:spcAft>
              <a:buNone/>
            </a:pPr>
            <a:r>
              <a:rPr lang="en-US" sz="2200" b="1" dirty="0">
                <a:latin typeface="Consolas" pitchFamily="49" charset="0"/>
              </a:rPr>
              <a:t>import </a:t>
            </a:r>
            <a:r>
              <a:rPr lang="en-US" sz="2200" b="1" dirty="0" err="1">
                <a:latin typeface="Consolas" pitchFamily="49" charset="0"/>
              </a:rPr>
              <a:t>java.util.Scanner</a:t>
            </a:r>
            <a:r>
              <a:rPr lang="en-US" sz="2200" b="1" dirty="0">
                <a:latin typeface="Consolas" pitchFamily="49" charset="0"/>
              </a:rPr>
              <a:t>;</a:t>
            </a:r>
          </a:p>
          <a:p>
            <a:pPr marL="0" lvl="0" indent="0" fontAlgn="base">
              <a:lnSpc>
                <a:spcPct val="100000"/>
              </a:lnSpc>
              <a:spcBef>
                <a:spcPts val="0"/>
              </a:spcBef>
              <a:spcAft>
                <a:spcPts val="600"/>
              </a:spcAft>
              <a:buNone/>
            </a:pPr>
            <a:r>
              <a:rPr lang="en-US" sz="2200" dirty="0">
                <a:latin typeface="Consolas" pitchFamily="49" charset="0"/>
              </a:rPr>
              <a:t>public class </a:t>
            </a:r>
            <a:r>
              <a:rPr lang="en-US" sz="2200" dirty="0" err="1">
                <a:latin typeface="Consolas" pitchFamily="49" charset="0"/>
              </a:rPr>
              <a:t>ScannerDemo1</a:t>
            </a:r>
            <a:r>
              <a:rPr lang="en-US" sz="2200" dirty="0">
                <a:latin typeface="Consolas" pitchFamily="49" charset="0"/>
              </a:rPr>
              <a:t> {</a:t>
            </a:r>
          </a:p>
          <a:p>
            <a:pPr marL="0" lvl="0" indent="0" fontAlgn="base">
              <a:lnSpc>
                <a:spcPct val="100000"/>
              </a:lnSpc>
              <a:spcBef>
                <a:spcPts val="0"/>
              </a:spcBef>
              <a:spcAft>
                <a:spcPts val="600"/>
              </a:spcAft>
              <a:buNone/>
            </a:pPr>
            <a:r>
              <a:rPr lang="en-US" sz="2200" dirty="0">
                <a:latin typeface="Consolas" pitchFamily="49" charset="0"/>
              </a:rPr>
              <a:t>   public static void main (String [] </a:t>
            </a:r>
            <a:r>
              <a:rPr lang="en-US" sz="2200" dirty="0" err="1">
                <a:latin typeface="Consolas" pitchFamily="49" charset="0"/>
              </a:rPr>
              <a:t>args</a:t>
            </a:r>
            <a:r>
              <a:rPr lang="en-US" sz="2200" dirty="0">
                <a:latin typeface="Consolas" pitchFamily="49" charset="0"/>
              </a:rPr>
              <a:t>) {</a:t>
            </a:r>
          </a:p>
          <a:p>
            <a:pPr marL="0" indent="0" fontAlgn="base">
              <a:lnSpc>
                <a:spcPct val="100000"/>
              </a:lnSpc>
              <a:spcBef>
                <a:spcPts val="0"/>
              </a:spcBef>
              <a:spcAft>
                <a:spcPts val="600"/>
              </a:spcAft>
              <a:buNone/>
            </a:pPr>
            <a:r>
              <a:rPr lang="en-US" sz="2200" b="1" dirty="0">
                <a:latin typeface="Consolas" pitchFamily="49" charset="0"/>
              </a:rPr>
              <a:t>	Scanner </a:t>
            </a:r>
            <a:r>
              <a:rPr lang="en-US" sz="2200" b="1" dirty="0" err="1">
                <a:latin typeface="Consolas" pitchFamily="49" charset="0"/>
              </a:rPr>
              <a:t>sc</a:t>
            </a:r>
            <a:r>
              <a:rPr lang="en-US" sz="2200" b="1" dirty="0">
                <a:latin typeface="Consolas" pitchFamily="49" charset="0"/>
              </a:rPr>
              <a:t> = new Scanner (</a:t>
            </a:r>
            <a:r>
              <a:rPr lang="en-US" sz="2200" b="1" dirty="0" err="1">
                <a:latin typeface="Consolas" pitchFamily="49" charset="0"/>
              </a:rPr>
              <a:t>System.in</a:t>
            </a:r>
            <a:r>
              <a:rPr lang="en-US" sz="2200" b="1" dirty="0">
                <a:latin typeface="Consolas" pitchFamily="49" charset="0"/>
              </a:rPr>
              <a:t>); // declare Scanner object</a:t>
            </a:r>
          </a:p>
          <a:p>
            <a:pPr marL="0" lvl="0" indent="0" fontAlgn="base">
              <a:lnSpc>
                <a:spcPct val="100000"/>
              </a:lnSpc>
              <a:spcBef>
                <a:spcPts val="0"/>
              </a:spcBef>
              <a:spcAft>
                <a:spcPts val="600"/>
              </a:spcAft>
              <a:buNone/>
            </a:pPr>
            <a:r>
              <a:rPr lang="en-US" sz="2200" dirty="0">
                <a:latin typeface="Consolas" pitchFamily="49" charset="0"/>
              </a:rPr>
              <a:t>	</a:t>
            </a:r>
            <a:r>
              <a:rPr lang="en-US" sz="2200" dirty="0" err="1">
                <a:latin typeface="Consolas" pitchFamily="49" charset="0"/>
              </a:rPr>
              <a:t>System.out.print</a:t>
            </a:r>
            <a:r>
              <a:rPr lang="en-US" sz="2200" dirty="0">
                <a:latin typeface="Consolas" pitchFamily="49" charset="0"/>
              </a:rPr>
              <a:t> ("Input your Name:");</a:t>
            </a:r>
          </a:p>
          <a:p>
            <a:pPr marL="0" lvl="0" indent="0" fontAlgn="base">
              <a:lnSpc>
                <a:spcPct val="100000"/>
              </a:lnSpc>
              <a:spcBef>
                <a:spcPts val="0"/>
              </a:spcBef>
              <a:spcAft>
                <a:spcPts val="600"/>
              </a:spcAft>
              <a:buNone/>
            </a:pPr>
            <a:r>
              <a:rPr lang="en-US" sz="2200" dirty="0">
                <a:latin typeface="Consolas" pitchFamily="49" charset="0"/>
              </a:rPr>
              <a:t>	</a:t>
            </a:r>
            <a:r>
              <a:rPr lang="en-US" sz="2200" b="1" dirty="0">
                <a:latin typeface="Consolas" pitchFamily="49" charset="0"/>
              </a:rPr>
              <a:t>String name = </a:t>
            </a:r>
            <a:r>
              <a:rPr lang="en-US" sz="2200" b="1" dirty="0" err="1">
                <a:latin typeface="Consolas" pitchFamily="49" charset="0"/>
              </a:rPr>
              <a:t>sc.nextLine</a:t>
            </a:r>
            <a:r>
              <a:rPr lang="en-US" sz="2200" b="1" dirty="0">
                <a:latin typeface="Consolas" pitchFamily="49" charset="0"/>
              </a:rPr>
              <a:t>(); // enter string</a:t>
            </a:r>
          </a:p>
          <a:p>
            <a:pPr marL="0" lvl="0" indent="0" fontAlgn="base">
              <a:lnSpc>
                <a:spcPct val="100000"/>
              </a:lnSpc>
              <a:spcBef>
                <a:spcPts val="0"/>
              </a:spcBef>
              <a:spcAft>
                <a:spcPts val="600"/>
              </a:spcAft>
              <a:buNone/>
            </a:pPr>
            <a:r>
              <a:rPr lang="en-US" sz="2200" dirty="0">
                <a:latin typeface="Consolas" pitchFamily="49" charset="0"/>
              </a:rPr>
              <a:t>	</a:t>
            </a:r>
            <a:r>
              <a:rPr lang="en-US" sz="2200" dirty="0" err="1">
                <a:latin typeface="Consolas" pitchFamily="49" charset="0"/>
              </a:rPr>
              <a:t>System.out.print</a:t>
            </a:r>
            <a:r>
              <a:rPr lang="en-US" sz="2200" dirty="0">
                <a:latin typeface="Consolas" pitchFamily="49" charset="0"/>
              </a:rPr>
              <a:t> ("Input your gender (F / M):");</a:t>
            </a:r>
          </a:p>
          <a:p>
            <a:pPr marL="0" lvl="0" indent="0" fontAlgn="base">
              <a:lnSpc>
                <a:spcPct val="100000"/>
              </a:lnSpc>
              <a:spcBef>
                <a:spcPts val="0"/>
              </a:spcBef>
              <a:spcAft>
                <a:spcPts val="600"/>
              </a:spcAft>
              <a:buNone/>
            </a:pPr>
            <a:r>
              <a:rPr lang="en-US" sz="2200" dirty="0">
                <a:latin typeface="Consolas" pitchFamily="49" charset="0"/>
              </a:rPr>
              <a:t>	</a:t>
            </a:r>
            <a:r>
              <a:rPr lang="en-US" sz="2200" b="1" dirty="0">
                <a:latin typeface="Consolas" pitchFamily="49" charset="0"/>
              </a:rPr>
              <a:t>char gender = </a:t>
            </a:r>
            <a:r>
              <a:rPr lang="en-US" sz="2200" b="1" dirty="0" err="1">
                <a:latin typeface="Consolas" pitchFamily="49" charset="0"/>
              </a:rPr>
              <a:t>sc.next</a:t>
            </a:r>
            <a:r>
              <a:rPr lang="en-US" sz="2200" b="1" dirty="0">
                <a:latin typeface="Consolas" pitchFamily="49" charset="0"/>
              </a:rPr>
              <a:t>().</a:t>
            </a:r>
            <a:r>
              <a:rPr lang="en-US" sz="2200" b="1" dirty="0" err="1">
                <a:latin typeface="Consolas" pitchFamily="49" charset="0"/>
              </a:rPr>
              <a:t>charAt</a:t>
            </a:r>
            <a:r>
              <a:rPr lang="en-US" sz="2200" b="1" dirty="0">
                <a:latin typeface="Consolas" pitchFamily="49" charset="0"/>
              </a:rPr>
              <a:t>(0); // enter the character</a:t>
            </a:r>
          </a:p>
          <a:p>
            <a:pPr marL="0" lvl="0" indent="0" fontAlgn="base">
              <a:lnSpc>
                <a:spcPct val="100000"/>
              </a:lnSpc>
              <a:spcBef>
                <a:spcPts val="0"/>
              </a:spcBef>
              <a:spcAft>
                <a:spcPts val="600"/>
              </a:spcAft>
              <a:buNone/>
            </a:pPr>
            <a:r>
              <a:rPr lang="en-US" sz="2200" dirty="0">
                <a:latin typeface="Consolas" pitchFamily="49" charset="0"/>
              </a:rPr>
              <a:t>	</a:t>
            </a:r>
            <a:r>
              <a:rPr lang="en-US" sz="2200" dirty="0" err="1">
                <a:latin typeface="Consolas" pitchFamily="49" charset="0"/>
              </a:rPr>
              <a:t>System.out.print</a:t>
            </a:r>
            <a:r>
              <a:rPr lang="en-US" sz="2200" dirty="0">
                <a:latin typeface="Consolas" pitchFamily="49" charset="0"/>
              </a:rPr>
              <a:t> ("Input your age:");</a:t>
            </a:r>
          </a:p>
          <a:p>
            <a:pPr marL="0" lvl="0" indent="0" fontAlgn="base">
              <a:lnSpc>
                <a:spcPct val="100000"/>
              </a:lnSpc>
              <a:spcBef>
                <a:spcPts val="0"/>
              </a:spcBef>
              <a:spcAft>
                <a:spcPts val="600"/>
              </a:spcAft>
              <a:buNone/>
            </a:pPr>
            <a:r>
              <a:rPr lang="en-US" sz="2200" dirty="0">
                <a:latin typeface="Consolas" pitchFamily="49" charset="0"/>
              </a:rPr>
              <a:t>	</a:t>
            </a:r>
            <a:r>
              <a:rPr lang="en-US" sz="2200" b="1" dirty="0" err="1">
                <a:latin typeface="Consolas" pitchFamily="49" charset="0"/>
              </a:rPr>
              <a:t>int</a:t>
            </a:r>
            <a:r>
              <a:rPr lang="en-US" sz="2200" b="1" dirty="0">
                <a:latin typeface="Consolas" pitchFamily="49" charset="0"/>
              </a:rPr>
              <a:t> age = </a:t>
            </a:r>
            <a:r>
              <a:rPr lang="en-US" sz="2200" b="1" dirty="0" err="1">
                <a:latin typeface="Consolas" pitchFamily="49" charset="0"/>
              </a:rPr>
              <a:t>sc.nextInt</a:t>
            </a:r>
            <a:r>
              <a:rPr lang="en-US" sz="2200" b="1" dirty="0">
                <a:latin typeface="Consolas" pitchFamily="49" charset="0"/>
              </a:rPr>
              <a:t>(); // enter </a:t>
            </a:r>
            <a:r>
              <a:rPr lang="en-US" sz="2200" b="1" dirty="0" err="1">
                <a:latin typeface="Consolas" pitchFamily="49" charset="0"/>
              </a:rPr>
              <a:t>int</a:t>
            </a:r>
            <a:r>
              <a:rPr lang="en-US" sz="2200" b="1" dirty="0">
                <a:latin typeface="Consolas" pitchFamily="49" charset="0"/>
              </a:rPr>
              <a:t> </a:t>
            </a:r>
            <a:r>
              <a:rPr lang="en-US" sz="2200" b="1" dirty="0" err="1">
                <a:latin typeface="Consolas" pitchFamily="49" charset="0"/>
              </a:rPr>
              <a:t>int</a:t>
            </a:r>
            <a:endParaRPr lang="en-US" sz="2200" b="1" dirty="0">
              <a:latin typeface="Consolas" pitchFamily="49" charset="0"/>
            </a:endParaRPr>
          </a:p>
          <a:p>
            <a:pPr marL="0" lvl="0" indent="0" fontAlgn="base">
              <a:lnSpc>
                <a:spcPct val="100000"/>
              </a:lnSpc>
              <a:spcBef>
                <a:spcPts val="0"/>
              </a:spcBef>
              <a:spcAft>
                <a:spcPts val="600"/>
              </a:spcAft>
              <a:buNone/>
            </a:pPr>
            <a:r>
              <a:rPr lang="en-US" sz="2200" dirty="0">
                <a:latin typeface="Consolas" pitchFamily="49" charset="0"/>
              </a:rPr>
              <a:t>	</a:t>
            </a:r>
            <a:r>
              <a:rPr lang="en-US" sz="2200" dirty="0" err="1">
                <a:latin typeface="Consolas" pitchFamily="49" charset="0"/>
              </a:rPr>
              <a:t>System.out.print</a:t>
            </a:r>
            <a:r>
              <a:rPr lang="en-US" sz="2200" dirty="0">
                <a:latin typeface="Consolas" pitchFamily="49" charset="0"/>
              </a:rPr>
              <a:t> ("Input your phone no:");</a:t>
            </a:r>
          </a:p>
          <a:p>
            <a:pPr marL="0" lvl="0" indent="0" fontAlgn="base">
              <a:lnSpc>
                <a:spcPct val="100000"/>
              </a:lnSpc>
              <a:spcBef>
                <a:spcPts val="0"/>
              </a:spcBef>
              <a:spcAft>
                <a:spcPts val="600"/>
              </a:spcAft>
              <a:buNone/>
            </a:pPr>
            <a:r>
              <a:rPr lang="en-US" sz="2200" dirty="0">
                <a:latin typeface="Consolas" pitchFamily="49" charset="0"/>
              </a:rPr>
              <a:t>	</a:t>
            </a:r>
            <a:r>
              <a:rPr lang="en-US" sz="2200" b="1" dirty="0">
                <a:latin typeface="Consolas" pitchFamily="49" charset="0"/>
              </a:rPr>
              <a:t>long </a:t>
            </a:r>
            <a:r>
              <a:rPr lang="en-US" sz="2200" b="1" dirty="0" err="1">
                <a:latin typeface="Consolas" pitchFamily="49" charset="0"/>
              </a:rPr>
              <a:t>mobileNo</a:t>
            </a:r>
            <a:r>
              <a:rPr lang="en-US" sz="2200" b="1" dirty="0">
                <a:latin typeface="Consolas" pitchFamily="49" charset="0"/>
              </a:rPr>
              <a:t> = </a:t>
            </a:r>
            <a:r>
              <a:rPr lang="en-US" sz="2200" b="1" dirty="0" err="1">
                <a:latin typeface="Consolas" pitchFamily="49" charset="0"/>
              </a:rPr>
              <a:t>sc.nextLong</a:t>
            </a:r>
            <a:r>
              <a:rPr lang="en-US" sz="2200" b="1" dirty="0">
                <a:latin typeface="Consolas" pitchFamily="49" charset="0"/>
              </a:rPr>
              <a:t>(); // enter integer long</a:t>
            </a:r>
          </a:p>
          <a:p>
            <a:pPr marL="0" lvl="0" indent="0" fontAlgn="base">
              <a:lnSpc>
                <a:spcPct val="100000"/>
              </a:lnSpc>
              <a:spcBef>
                <a:spcPts val="0"/>
              </a:spcBef>
              <a:spcAft>
                <a:spcPts val="600"/>
              </a:spcAft>
              <a:buNone/>
            </a:pPr>
            <a:r>
              <a:rPr lang="en-US" sz="2200" dirty="0">
                <a:latin typeface="Consolas" pitchFamily="49" charset="0"/>
              </a:rPr>
              <a:t>	</a:t>
            </a:r>
            <a:r>
              <a:rPr lang="en-US" sz="2200" dirty="0" err="1">
                <a:latin typeface="Consolas" pitchFamily="49" charset="0"/>
              </a:rPr>
              <a:t>System.out.print</a:t>
            </a:r>
            <a:r>
              <a:rPr lang="en-US" sz="2200" dirty="0">
                <a:latin typeface="Consolas" pitchFamily="49" charset="0"/>
              </a:rPr>
              <a:t> ("Input your </a:t>
            </a:r>
            <a:r>
              <a:rPr lang="en-US" sz="2200" dirty="0" err="1">
                <a:latin typeface="Consolas" pitchFamily="49" charset="0"/>
              </a:rPr>
              <a:t>CGPA</a:t>
            </a:r>
            <a:r>
              <a:rPr lang="en-US" sz="2200" dirty="0">
                <a:latin typeface="Consolas" pitchFamily="49" charset="0"/>
              </a:rPr>
              <a:t>:");</a:t>
            </a:r>
          </a:p>
          <a:p>
            <a:pPr marL="0" lvl="0" indent="0" fontAlgn="base">
              <a:lnSpc>
                <a:spcPct val="100000"/>
              </a:lnSpc>
              <a:spcBef>
                <a:spcPts val="0"/>
              </a:spcBef>
              <a:spcAft>
                <a:spcPts val="600"/>
              </a:spcAft>
              <a:buNone/>
            </a:pPr>
            <a:r>
              <a:rPr lang="en-US" sz="2200" b="1" dirty="0">
                <a:latin typeface="Consolas" pitchFamily="49" charset="0"/>
              </a:rPr>
              <a:t>	double </a:t>
            </a:r>
            <a:r>
              <a:rPr lang="en-US" sz="2200" b="1" dirty="0" err="1">
                <a:latin typeface="Consolas" pitchFamily="49" charset="0"/>
              </a:rPr>
              <a:t>cgpa</a:t>
            </a:r>
            <a:r>
              <a:rPr lang="en-US" sz="2200" b="1" dirty="0">
                <a:latin typeface="Consolas" pitchFamily="49" charset="0"/>
              </a:rPr>
              <a:t> = </a:t>
            </a:r>
            <a:r>
              <a:rPr lang="en-US" sz="2200" b="1" dirty="0" err="1">
                <a:latin typeface="Consolas" pitchFamily="49" charset="0"/>
              </a:rPr>
              <a:t>sc.nextDouble</a:t>
            </a:r>
            <a:r>
              <a:rPr lang="en-US" sz="2200" b="1" dirty="0">
                <a:latin typeface="Consolas" pitchFamily="49" charset="0"/>
              </a:rPr>
              <a:t>(); // enter real double number</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34</a:t>
            </a:fld>
            <a:endParaRPr lang="en-US" dirty="0"/>
          </a:p>
        </p:txBody>
      </p:sp>
    </p:spTree>
    <p:extLst>
      <p:ext uri="{BB962C8B-B14F-4D97-AF65-F5344CB8AC3E}">
        <p14:creationId xmlns:p14="http://schemas.microsoft.com/office/powerpoint/2010/main" val="781928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Console Input/output example</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a:xfrm>
            <a:off x="838199" y="1074057"/>
            <a:ext cx="11143593" cy="5128439"/>
          </a:xfrm>
        </p:spPr>
        <p:txBody>
          <a:bodyPr>
            <a:normAutofit/>
          </a:bodyPr>
          <a:lstStyle/>
          <a:p>
            <a:pPr marL="0" indent="0" fontAlgn="base">
              <a:lnSpc>
                <a:spcPct val="120000"/>
              </a:lnSpc>
              <a:spcBef>
                <a:spcPts val="0"/>
              </a:spcBef>
              <a:buNone/>
            </a:pPr>
            <a:r>
              <a:rPr lang="en-US" dirty="0">
                <a:latin typeface="Consolas" pitchFamily="49" charset="0"/>
              </a:rPr>
              <a:t>        // output values </a:t>
            </a:r>
          </a:p>
          <a:p>
            <a:pPr marL="0" indent="0" fontAlgn="base">
              <a:lnSpc>
                <a:spcPct val="120000"/>
              </a:lnSpc>
              <a:spcBef>
                <a:spcPts val="0"/>
              </a:spcBef>
              <a:buNone/>
            </a:pPr>
            <a:r>
              <a:rPr lang="en-US" dirty="0">
                <a:latin typeface="Consolas" pitchFamily="49" charset="0"/>
              </a:rPr>
              <a:t>        </a:t>
            </a:r>
            <a:r>
              <a:rPr lang="en-US" dirty="0" err="1">
                <a:latin typeface="Consolas" pitchFamily="49" charset="0"/>
              </a:rPr>
              <a:t>System.out.println</a:t>
            </a:r>
            <a:r>
              <a:rPr lang="en-US" dirty="0">
                <a:latin typeface="Consolas" pitchFamily="49" charset="0"/>
              </a:rPr>
              <a:t>("Name: "+name); </a:t>
            </a:r>
          </a:p>
          <a:p>
            <a:pPr marL="0" indent="0" fontAlgn="base">
              <a:lnSpc>
                <a:spcPct val="120000"/>
              </a:lnSpc>
              <a:spcBef>
                <a:spcPts val="0"/>
              </a:spcBef>
              <a:buNone/>
            </a:pPr>
            <a:r>
              <a:rPr lang="en-US" dirty="0">
                <a:latin typeface="Consolas" pitchFamily="49" charset="0"/>
              </a:rPr>
              <a:t>        </a:t>
            </a:r>
            <a:r>
              <a:rPr lang="en-US" dirty="0" err="1">
                <a:latin typeface="Consolas" pitchFamily="49" charset="0"/>
              </a:rPr>
              <a:t>System.out.println</a:t>
            </a:r>
            <a:r>
              <a:rPr lang="en-US" dirty="0">
                <a:latin typeface="Consolas" pitchFamily="49" charset="0"/>
              </a:rPr>
              <a:t>("Gender: "+gender); </a:t>
            </a:r>
          </a:p>
          <a:p>
            <a:pPr marL="0" indent="0" fontAlgn="base">
              <a:lnSpc>
                <a:spcPct val="120000"/>
              </a:lnSpc>
              <a:spcBef>
                <a:spcPts val="0"/>
              </a:spcBef>
              <a:buNone/>
            </a:pPr>
            <a:r>
              <a:rPr lang="en-US" dirty="0">
                <a:latin typeface="Consolas" pitchFamily="49" charset="0"/>
              </a:rPr>
              <a:t>        </a:t>
            </a:r>
            <a:r>
              <a:rPr lang="en-US" dirty="0" err="1">
                <a:latin typeface="Consolas" pitchFamily="49" charset="0"/>
              </a:rPr>
              <a:t>System.out.println</a:t>
            </a:r>
            <a:r>
              <a:rPr lang="en-US" dirty="0">
                <a:latin typeface="Consolas" pitchFamily="49" charset="0"/>
              </a:rPr>
              <a:t>("Age: "+age); </a:t>
            </a:r>
          </a:p>
          <a:p>
            <a:pPr marL="0" indent="0" fontAlgn="base">
              <a:lnSpc>
                <a:spcPct val="120000"/>
              </a:lnSpc>
              <a:spcBef>
                <a:spcPts val="0"/>
              </a:spcBef>
              <a:buNone/>
            </a:pPr>
            <a:r>
              <a:rPr lang="en-US" dirty="0">
                <a:latin typeface="Consolas" pitchFamily="49" charset="0"/>
              </a:rPr>
              <a:t>        </a:t>
            </a:r>
            <a:r>
              <a:rPr lang="en-US" dirty="0" err="1">
                <a:latin typeface="Consolas" pitchFamily="49" charset="0"/>
              </a:rPr>
              <a:t>System.out.println</a:t>
            </a:r>
            <a:r>
              <a:rPr lang="en-US" dirty="0">
                <a:latin typeface="Consolas" pitchFamily="49" charset="0"/>
              </a:rPr>
              <a:t>("Mobile Number: "+</a:t>
            </a:r>
            <a:r>
              <a:rPr lang="en-US" dirty="0" err="1">
                <a:latin typeface="Consolas" pitchFamily="49" charset="0"/>
              </a:rPr>
              <a:t>mobileNo</a:t>
            </a:r>
            <a:r>
              <a:rPr lang="en-US" dirty="0">
                <a:latin typeface="Consolas" pitchFamily="49" charset="0"/>
              </a:rPr>
              <a:t>); </a:t>
            </a:r>
          </a:p>
          <a:p>
            <a:pPr marL="0" indent="0" fontAlgn="base">
              <a:lnSpc>
                <a:spcPct val="120000"/>
              </a:lnSpc>
              <a:spcBef>
                <a:spcPts val="0"/>
              </a:spcBef>
              <a:buNone/>
            </a:pPr>
            <a:r>
              <a:rPr lang="en-US" dirty="0">
                <a:latin typeface="Consolas" pitchFamily="49" charset="0"/>
              </a:rPr>
              <a:t>        </a:t>
            </a:r>
            <a:r>
              <a:rPr lang="en-US" dirty="0" err="1">
                <a:latin typeface="Consolas" pitchFamily="49" charset="0"/>
              </a:rPr>
              <a:t>System.out.println</a:t>
            </a:r>
            <a:r>
              <a:rPr lang="en-US" dirty="0">
                <a:latin typeface="Consolas" pitchFamily="49" charset="0"/>
              </a:rPr>
              <a:t>("</a:t>
            </a:r>
            <a:r>
              <a:rPr lang="en-US" dirty="0" err="1">
                <a:latin typeface="Consolas" pitchFamily="49" charset="0"/>
              </a:rPr>
              <a:t>CGPA</a:t>
            </a:r>
            <a:r>
              <a:rPr lang="en-US" dirty="0">
                <a:latin typeface="Consolas" pitchFamily="49" charset="0"/>
              </a:rPr>
              <a:t>: "+</a:t>
            </a:r>
            <a:r>
              <a:rPr lang="en-US" dirty="0" err="1">
                <a:latin typeface="Consolas" pitchFamily="49" charset="0"/>
              </a:rPr>
              <a:t>cgpa</a:t>
            </a:r>
            <a:r>
              <a:rPr lang="en-US" dirty="0">
                <a:latin typeface="Consolas" pitchFamily="49" charset="0"/>
              </a:rPr>
              <a:t>); </a:t>
            </a:r>
          </a:p>
          <a:p>
            <a:pPr marL="0" indent="0" fontAlgn="base">
              <a:lnSpc>
                <a:spcPct val="120000"/>
              </a:lnSpc>
              <a:spcBef>
                <a:spcPts val="0"/>
              </a:spcBef>
              <a:buNone/>
            </a:pPr>
            <a:r>
              <a:rPr lang="en-US" dirty="0">
                <a:latin typeface="Consolas" pitchFamily="49" charset="0"/>
              </a:rPr>
              <a:t>    } </a:t>
            </a:r>
          </a:p>
          <a:p>
            <a:pPr marL="0" indent="0" fontAlgn="base">
              <a:lnSpc>
                <a:spcPct val="120000"/>
              </a:lnSpc>
              <a:spcBef>
                <a:spcPts val="0"/>
              </a:spcBef>
              <a:buNone/>
            </a:pPr>
            <a:r>
              <a:rPr lang="en-US" dirty="0">
                <a:latin typeface="Consolas" pitchFamily="49" charset="0"/>
              </a:rPr>
              <a:t>} </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35</a:t>
            </a:fld>
            <a:endParaRPr lang="en-US" dirty="0"/>
          </a:p>
        </p:txBody>
      </p:sp>
    </p:spTree>
    <p:extLst>
      <p:ext uri="{BB962C8B-B14F-4D97-AF65-F5344CB8AC3E}">
        <p14:creationId xmlns:p14="http://schemas.microsoft.com/office/powerpoint/2010/main" val="781928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p:txBody>
          <a:bodyPr>
            <a:normAutofit/>
          </a:bodyPr>
          <a:lstStyle/>
          <a:p>
            <a:r>
              <a:rPr lang="en-US" sz="3200" dirty="0"/>
              <a:t>References</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p:txBody>
          <a:bodyPr>
            <a:normAutofit/>
          </a:bodyPr>
          <a:lstStyle/>
          <a:p>
            <a:r>
              <a:rPr lang="en-US" dirty="0">
                <a:hlinkClick r:id="rId2"/>
              </a:rPr>
              <a:t>https://</a:t>
            </a:r>
            <a:r>
              <a:rPr lang="en-US" dirty="0" err="1">
                <a:hlinkClick r:id="rId2"/>
              </a:rPr>
              <a:t>itviec.com</a:t>
            </a:r>
            <a:r>
              <a:rPr lang="en-US" dirty="0">
                <a:hlinkClick r:id="rId2"/>
              </a:rPr>
              <a:t>/blog/hoc-lap-</a:t>
            </a:r>
            <a:r>
              <a:rPr lang="en-US" dirty="0" err="1">
                <a:hlinkClick r:id="rId2"/>
              </a:rPr>
              <a:t>trinh</a:t>
            </a:r>
            <a:r>
              <a:rPr lang="en-US" dirty="0">
                <a:hlinkClick r:id="rId2"/>
              </a:rPr>
              <a:t>-java/</a:t>
            </a:r>
            <a:endParaRPr lang="en-US" dirty="0"/>
          </a:p>
          <a:p>
            <a:r>
              <a:rPr lang="en-US" dirty="0">
                <a:hlinkClick r:id="rId3"/>
              </a:rPr>
              <a:t>https://</a:t>
            </a:r>
            <a:r>
              <a:rPr lang="en-US" dirty="0" err="1">
                <a:hlinkClick r:id="rId3"/>
              </a:rPr>
              <a:t>gpcoder.com</a:t>
            </a:r>
            <a:r>
              <a:rPr lang="en-US" dirty="0">
                <a:hlinkClick r:id="rId3"/>
              </a:rPr>
              <a:t>/1638-tong-</a:t>
            </a:r>
            <a:r>
              <a:rPr lang="en-US" dirty="0" err="1">
                <a:hlinkClick r:id="rId3"/>
              </a:rPr>
              <a:t>quan</a:t>
            </a:r>
            <a:r>
              <a:rPr lang="en-US" dirty="0">
                <a:hlinkClick r:id="rId3"/>
              </a:rPr>
              <a:t>-</a:t>
            </a:r>
            <a:r>
              <a:rPr lang="en-US" dirty="0" err="1">
                <a:hlinkClick r:id="rId3"/>
              </a:rPr>
              <a:t>ve</a:t>
            </a:r>
            <a:r>
              <a:rPr lang="en-US" dirty="0">
                <a:hlinkClick r:id="rId3"/>
              </a:rPr>
              <a:t>-</a:t>
            </a:r>
            <a:r>
              <a:rPr lang="en-US" dirty="0" err="1">
                <a:hlinkClick r:id="rId3"/>
              </a:rPr>
              <a:t>ngon</a:t>
            </a:r>
            <a:r>
              <a:rPr lang="en-US" dirty="0">
                <a:hlinkClick r:id="rId3"/>
              </a:rPr>
              <a:t>-</a:t>
            </a:r>
            <a:r>
              <a:rPr lang="en-US" dirty="0" err="1">
                <a:hlinkClick r:id="rId3"/>
              </a:rPr>
              <a:t>ngu</a:t>
            </a:r>
            <a:r>
              <a:rPr lang="en-US" dirty="0">
                <a:hlinkClick r:id="rId3"/>
              </a:rPr>
              <a:t>-lap-</a:t>
            </a:r>
            <a:r>
              <a:rPr lang="en-US" dirty="0" err="1">
                <a:hlinkClick r:id="rId3"/>
              </a:rPr>
              <a:t>trinh</a:t>
            </a:r>
            <a:r>
              <a:rPr lang="en-US" dirty="0">
                <a:hlinkClick r:id="rId3"/>
              </a:rPr>
              <a:t>-java/</a:t>
            </a:r>
            <a:endParaRPr lang="en-US" dirty="0">
              <a:hlinkClick r:id="rId4"/>
            </a:endParaRPr>
          </a:p>
          <a:p>
            <a:r>
              <a:rPr lang="en-US" dirty="0">
                <a:hlinkClick r:id="rId4"/>
              </a:rPr>
              <a:t>https://</a:t>
            </a:r>
            <a:r>
              <a:rPr lang="en-US" dirty="0" err="1">
                <a:hlinkClick r:id="rId4"/>
              </a:rPr>
              <a:t>www.learnjavaonline.org</a:t>
            </a:r>
            <a:r>
              <a:rPr lang="en-US" dirty="0">
                <a:hlinkClick r:id="rId4"/>
              </a:rPr>
              <a:t>/en/</a:t>
            </a:r>
            <a:endParaRPr lang="en-US" dirty="0"/>
          </a:p>
          <a:p>
            <a:r>
              <a:rPr lang="en-US" dirty="0">
                <a:hlinkClick r:id="rId5"/>
              </a:rPr>
              <a:t>https://</a:t>
            </a:r>
            <a:r>
              <a:rPr lang="en-US" dirty="0" err="1">
                <a:hlinkClick r:id="rId5"/>
              </a:rPr>
              <a:t>www.codingeek.com</a:t>
            </a:r>
            <a:r>
              <a:rPr lang="en-US" dirty="0">
                <a:hlinkClick r:id="rId5"/>
              </a:rPr>
              <a:t>/java/primitive-data-types-in-java-integers-floating-point-character-and-boolean/</a:t>
            </a:r>
            <a:endParaRPr lang="en-US" dirty="0"/>
          </a:p>
          <a:p>
            <a:r>
              <a:rPr lang="en-US" dirty="0">
                <a:hlinkClick r:id="rId6"/>
              </a:rPr>
              <a:t>http://</a:t>
            </a:r>
            <a:r>
              <a:rPr lang="en-US" dirty="0" err="1">
                <a:hlinkClick r:id="rId6"/>
              </a:rPr>
              <a:t>www.informit.com</a:t>
            </a:r>
            <a:r>
              <a:rPr lang="en-US" dirty="0">
                <a:hlinkClick r:id="rId6"/>
              </a:rPr>
              <a:t>/articles/</a:t>
            </a:r>
            <a:r>
              <a:rPr lang="en-US" dirty="0" err="1">
                <a:hlinkClick r:id="rId6"/>
              </a:rPr>
              <a:t>article.aspx?p</a:t>
            </a:r>
            <a:r>
              <a:rPr lang="en-US" dirty="0">
                <a:hlinkClick r:id="rId6"/>
              </a:rPr>
              <a:t>=</a:t>
            </a:r>
            <a:r>
              <a:rPr lang="en-US" dirty="0" err="1">
                <a:hlinkClick r:id="rId6"/>
              </a:rPr>
              <a:t>30241&amp;seqNum</a:t>
            </a:r>
            <a:r>
              <a:rPr lang="en-US" dirty="0">
                <a:hlinkClick r:id="rId6"/>
              </a:rPr>
              <a:t>=3</a:t>
            </a:r>
            <a:endParaRPr lang="en-US" dirty="0"/>
          </a:p>
          <a:p>
            <a:r>
              <a:rPr lang="en-US" dirty="0">
                <a:hlinkClick r:id="rId7"/>
              </a:rPr>
              <a:t>https://</a:t>
            </a:r>
            <a:r>
              <a:rPr lang="en-US" dirty="0" err="1">
                <a:hlinkClick r:id="rId7"/>
              </a:rPr>
              <a:t>yellowcodebooks.com</a:t>
            </a:r>
            <a:r>
              <a:rPr lang="en-US" dirty="0">
                <a:hlinkClick r:id="rId7"/>
              </a:rPr>
              <a:t>/2016/11/01/java-</a:t>
            </a:r>
            <a:r>
              <a:rPr lang="en-US" dirty="0" err="1">
                <a:hlinkClick r:id="rId7"/>
              </a:rPr>
              <a:t>bai</a:t>
            </a:r>
            <a:r>
              <a:rPr lang="en-US" dirty="0">
                <a:hlinkClick r:id="rId7"/>
              </a:rPr>
              <a:t>-7-</a:t>
            </a:r>
            <a:r>
              <a:rPr lang="en-US" dirty="0" err="1">
                <a:hlinkClick r:id="rId7"/>
              </a:rPr>
              <a:t>nhapxuat</a:t>
            </a:r>
            <a:r>
              <a:rPr lang="en-US" dirty="0">
                <a:hlinkClick r:id="rId7"/>
              </a:rPr>
              <a:t>-</a:t>
            </a:r>
            <a:r>
              <a:rPr lang="en-US" dirty="0" err="1">
                <a:hlinkClick r:id="rId7"/>
              </a:rPr>
              <a:t>tren</a:t>
            </a:r>
            <a:r>
              <a:rPr lang="en-US" dirty="0">
                <a:hlinkClick r:id="rId7"/>
              </a:rPr>
              <a:t>-console/</a:t>
            </a:r>
            <a:endParaRPr lang="en-US" dirty="0"/>
          </a:p>
          <a:p>
            <a:r>
              <a:rPr lang="en-US" dirty="0">
                <a:hlinkClick r:id="rId8"/>
              </a:rPr>
              <a:t>https://</a:t>
            </a:r>
            <a:r>
              <a:rPr lang="en-US" dirty="0" err="1">
                <a:hlinkClick r:id="rId8"/>
              </a:rPr>
              <a:t>www.geeksforgeeks.org</a:t>
            </a:r>
            <a:r>
              <a:rPr lang="en-US" dirty="0">
                <a:hlinkClick r:id="rId8"/>
              </a:rPr>
              <a:t>/scanner-class-in-java/</a:t>
            </a:r>
            <a:endParaRPr lang="en-US" dirty="0"/>
          </a:p>
          <a:p>
            <a:r>
              <a:rPr lang="en-US" dirty="0">
                <a:hlinkClick r:id="rId9"/>
              </a:rPr>
              <a:t>https://</a:t>
            </a:r>
            <a:r>
              <a:rPr lang="en-US" dirty="0" err="1">
                <a:hlinkClick r:id="rId9"/>
              </a:rPr>
              <a:t>www.javatpoint.com</a:t>
            </a:r>
            <a:r>
              <a:rPr lang="en-US" dirty="0">
                <a:hlinkClick r:id="rId9"/>
              </a:rPr>
              <a:t>/java-string-format</a:t>
            </a:r>
            <a:endParaRPr lang="en-US" dirty="0">
              <a:latin typeface="Arial Unicode MS" pitchFamily="34" charset="-128"/>
              <a:ea typeface="Arial Unicode MS" pitchFamily="34" charset="-128"/>
              <a:cs typeface="Arial Unicode MS" pitchFamily="34" charset="-128"/>
            </a:endParaRP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36</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37BB8C-BA62-BC4F-B0F8-D5F9321E2E79}"/>
              </a:ext>
            </a:extLst>
          </p:cNvPr>
          <p:cNvPicPr>
            <a:picLocks noChangeAspect="1"/>
          </p:cNvPicPr>
          <p:nvPr/>
        </p:nvPicPr>
        <p:blipFill>
          <a:blip r:embed="rId2"/>
          <a:stretch>
            <a:fillRect/>
          </a:stretch>
        </p:blipFill>
        <p:spPr>
          <a:xfrm>
            <a:off x="4440837" y="1888320"/>
            <a:ext cx="3310326" cy="3528808"/>
          </a:xfrm>
          <a:prstGeom prst="rect">
            <a:avLst/>
          </a:prstGeom>
        </p:spPr>
      </p:pic>
    </p:spTree>
    <p:extLst>
      <p:ext uri="{BB962C8B-B14F-4D97-AF65-F5344CB8AC3E}">
        <p14:creationId xmlns:p14="http://schemas.microsoft.com/office/powerpoint/2010/main" val="47562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VTCA-Slide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TCA-SlideTheme" id="{5A24C4A4-58B6-8948-A62B-40090020C92E}" vid="{BD9F6502-1B8F-D14C-8309-CDC4C42FFF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7434</TotalTime>
  <Words>3601</Words>
  <Application>Microsoft Office PowerPoint</Application>
  <PresentationFormat>Widescreen</PresentationFormat>
  <Paragraphs>442</Paragraphs>
  <Slides>37</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Arial Unicode MS</vt:lpstr>
      <vt:lpstr>Arial</vt:lpstr>
      <vt:lpstr>Calibri</vt:lpstr>
      <vt:lpstr>Calibri (Body)</vt:lpstr>
      <vt:lpstr>Calibri Light</vt:lpstr>
      <vt:lpstr>Consolas</vt:lpstr>
      <vt:lpstr>Courier New</vt:lpstr>
      <vt:lpstr>Times New Roman</vt:lpstr>
      <vt:lpstr>Verdana</vt:lpstr>
      <vt:lpstr>VTCA-SlideTheme</vt:lpstr>
      <vt:lpstr>Introduction to Programming</vt:lpstr>
      <vt:lpstr>Objectives</vt:lpstr>
      <vt:lpstr>Java programming language</vt:lpstr>
      <vt:lpstr>Java programming language</vt:lpstr>
      <vt:lpstr>Why Java?</vt:lpstr>
      <vt:lpstr>Compile and Excute program</vt:lpstr>
      <vt:lpstr>Compile and Excute program</vt:lpstr>
      <vt:lpstr>Java SE Platform</vt:lpstr>
      <vt:lpstr>Java applications</vt:lpstr>
      <vt:lpstr>Java IDE</vt:lpstr>
      <vt:lpstr>Hello, world</vt:lpstr>
      <vt:lpstr>Hello, world</vt:lpstr>
      <vt:lpstr>Basic syntax</vt:lpstr>
      <vt:lpstr>Basic syntax</vt:lpstr>
      <vt:lpstr>Basic syntax</vt:lpstr>
      <vt:lpstr>Variable</vt:lpstr>
      <vt:lpstr>Variable declaration</vt:lpstr>
      <vt:lpstr>Constant</vt:lpstr>
      <vt:lpstr>Data type </vt:lpstr>
      <vt:lpstr>Data type – primitive type  </vt:lpstr>
      <vt:lpstr>Data type </vt:lpstr>
      <vt:lpstr>Data type </vt:lpstr>
      <vt:lpstr>Data type – primitive type </vt:lpstr>
      <vt:lpstr>Data type – integer type </vt:lpstr>
      <vt:lpstr>Data type – real number type </vt:lpstr>
      <vt:lpstr>Data type – char type</vt:lpstr>
      <vt:lpstr>Data type – boolean type </vt:lpstr>
      <vt:lpstr>Data type – reference type </vt:lpstr>
      <vt:lpstr>Console Input/output </vt:lpstr>
      <vt:lpstr>Console Input</vt:lpstr>
      <vt:lpstr>Console output </vt:lpstr>
      <vt:lpstr>Java String format()</vt:lpstr>
      <vt:lpstr>Console output </vt:lpstr>
      <vt:lpstr>Console Input/output example </vt:lpstr>
      <vt:lpstr>Console Input/output example</vt:lpstr>
      <vt:lpstr>References</vt:lpstr>
      <vt:lpstr>PowerPoint Presentation</vt:lpstr>
    </vt:vector>
  </TitlesOfParts>
  <Company>VTC Academy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 hình đào tạo đáp ứng nhu cầu doanh nghiệp</dc:title>
  <dc:creator>hieutd@vtc.edu.vn</dc:creator>
  <cp:lastModifiedBy>Nguyễn Trọng Tiến</cp:lastModifiedBy>
  <cp:revision>373</cp:revision>
  <dcterms:created xsi:type="dcterms:W3CDTF">2019-05-17T12:57:33Z</dcterms:created>
  <dcterms:modified xsi:type="dcterms:W3CDTF">2020-12-29T07:40:17Z</dcterms:modified>
</cp:coreProperties>
</file>